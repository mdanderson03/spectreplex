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66" r:id="rId11"/>
    <p:sldId id="265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2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99% Max int vs  z </a:t>
            </a:r>
            <a:r>
              <a:rPr lang="en-US" baseline="0"/>
              <a:t> slice</a:t>
            </a:r>
            <a:endParaRPr lang="en-US"/>
          </a:p>
        </c:rich>
      </c:tx>
      <c:layout>
        <c:manualLayout>
          <c:xMode val="edge"/>
          <c:yMode val="edge"/>
          <c:x val="0.18929544765808382"/>
          <c:y val="4.02212230608857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0.13090354330708662"/>
                  <c:y val="-0.1802209098862642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Sheet1!$A$9:$A$24</c:f>
              <c:numCache>
                <c:formatCode>General</c:formatCode>
                <c:ptCount val="16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18</c:v>
                </c:pt>
                <c:pt idx="12">
                  <c:v>19</c:v>
                </c:pt>
                <c:pt idx="13">
                  <c:v>20</c:v>
                </c:pt>
                <c:pt idx="14">
                  <c:v>21</c:v>
                </c:pt>
                <c:pt idx="15">
                  <c:v>22</c:v>
                </c:pt>
              </c:numCache>
            </c:numRef>
          </c:xVal>
          <c:yVal>
            <c:numRef>
              <c:f>Sheet1!$C$9:$C$24</c:f>
              <c:numCache>
                <c:formatCode>General</c:formatCode>
                <c:ptCount val="16"/>
                <c:pt idx="0">
                  <c:v>1.4952153110047846E-4</c:v>
                </c:pt>
                <c:pt idx="1">
                  <c:v>1.4208581983518045E-4</c:v>
                </c:pt>
                <c:pt idx="2">
                  <c:v>1.3333333333333334E-4</c:v>
                </c:pt>
                <c:pt idx="3">
                  <c:v>1.2512512512512512E-4</c:v>
                </c:pt>
                <c:pt idx="4">
                  <c:v>1.1779950524207798E-4</c:v>
                </c:pt>
                <c:pt idx="5">
                  <c:v>1.1213276519398969E-4</c:v>
                </c:pt>
                <c:pt idx="6">
                  <c:v>1.0816657652785289E-4</c:v>
                </c:pt>
                <c:pt idx="7">
                  <c:v>1.0673497705197993E-4</c:v>
                </c:pt>
                <c:pt idx="8">
                  <c:v>1.0673497705197993E-4</c:v>
                </c:pt>
                <c:pt idx="9">
                  <c:v>1.0899182561307902E-4</c:v>
                </c:pt>
                <c:pt idx="10">
                  <c:v>1.128668171557562E-4</c:v>
                </c:pt>
                <c:pt idx="11">
                  <c:v>1.1866619200189867E-4</c:v>
                </c:pt>
                <c:pt idx="12">
                  <c:v>1.2631047113805733E-4</c:v>
                </c:pt>
                <c:pt idx="13">
                  <c:v>1.3430029546065002E-4</c:v>
                </c:pt>
                <c:pt idx="14">
                  <c:v>1.4324595330181923E-4</c:v>
                </c:pt>
                <c:pt idx="15">
                  <c:v>1.5255530129672007E-4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A8C-4DE8-8532-FC276DB4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7172192"/>
        <c:axId val="1347172672"/>
      </c:scatterChart>
      <c:valAx>
        <c:axId val="1347172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Z Slice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7172672"/>
        <c:crosses val="autoZero"/>
        <c:crossBetween val="midCat"/>
      </c:valAx>
      <c:valAx>
        <c:axId val="1347172672"/>
        <c:scaling>
          <c:orientation val="minMax"/>
          <c:min val="1.0000000000000003E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99% max intensity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71721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97502-9722-4C52-9DF1-15AEE197C597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98B207-9E81-4167-B481-FD2D98B70E63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XY Coordinates</a:t>
          </a:r>
        </a:p>
      </dgm:t>
    </dgm:pt>
    <dgm:pt modelId="{179971C3-AB4F-4395-A839-28D5D0DCF735}" type="parTrans" cxnId="{CF65FD45-F4A5-48FE-B950-3E776E9F227A}">
      <dgm:prSet/>
      <dgm:spPr/>
      <dgm:t>
        <a:bodyPr/>
        <a:lstStyle/>
        <a:p>
          <a:endParaRPr lang="en-US"/>
        </a:p>
      </dgm:t>
    </dgm:pt>
    <dgm:pt modelId="{28EFAB71-D68D-4D17-98F9-13FC4F491550}" type="sibTrans" cxnId="{CF65FD45-F4A5-48FE-B950-3E776E9F227A}">
      <dgm:prSet/>
      <dgm:spPr/>
      <dgm:t>
        <a:bodyPr/>
        <a:lstStyle/>
        <a:p>
          <a:endParaRPr lang="en-US"/>
        </a:p>
      </dgm:t>
    </dgm:pt>
    <dgm:pt modelId="{09F97081-2AE0-427B-B261-41E4146E05D1}">
      <dgm:prSet phldrT="[Text]"/>
      <dgm:spPr/>
      <dgm:t>
        <a:bodyPr/>
        <a:lstStyle/>
        <a:p>
          <a:r>
            <a:rPr lang="en-US" dirty="0"/>
            <a:t>Obtain XY tile coordinates via micro </a:t>
          </a:r>
          <a:r>
            <a:rPr lang="en-US" dirty="0" err="1"/>
            <a:t>magellan</a:t>
          </a:r>
          <a:r>
            <a:rPr lang="en-US" dirty="0"/>
            <a:t> surface</a:t>
          </a:r>
        </a:p>
      </dgm:t>
    </dgm:pt>
    <dgm:pt modelId="{42791815-9055-4145-8204-B13C672CD889}" type="parTrans" cxnId="{93B3D4E2-087A-4566-BE4E-1EDEB71DAF94}">
      <dgm:prSet/>
      <dgm:spPr/>
      <dgm:t>
        <a:bodyPr/>
        <a:lstStyle/>
        <a:p>
          <a:endParaRPr lang="en-US"/>
        </a:p>
      </dgm:t>
    </dgm:pt>
    <dgm:pt modelId="{4BFC47A0-4847-4F60-9867-AC0C1FC060C8}" type="sibTrans" cxnId="{93B3D4E2-087A-4566-BE4E-1EDEB71DAF94}">
      <dgm:prSet/>
      <dgm:spPr/>
      <dgm:t>
        <a:bodyPr/>
        <a:lstStyle/>
        <a:p>
          <a:endParaRPr lang="en-US"/>
        </a:p>
      </dgm:t>
    </dgm:pt>
    <dgm:pt modelId="{1FAD0936-7C98-4F53-860D-D4FF41D689F1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Choose Tiles</a:t>
          </a:r>
        </a:p>
      </dgm:t>
    </dgm:pt>
    <dgm:pt modelId="{B67248BA-3237-4AE2-A2A6-324995B59DF4}" type="parTrans" cxnId="{4DB4A263-D9E8-4164-B960-0796B4A932E7}">
      <dgm:prSet/>
      <dgm:spPr/>
      <dgm:t>
        <a:bodyPr/>
        <a:lstStyle/>
        <a:p>
          <a:endParaRPr lang="en-US"/>
        </a:p>
      </dgm:t>
    </dgm:pt>
    <dgm:pt modelId="{BE50A2E6-9EA3-4D38-9D20-AC614E87BA03}" type="sibTrans" cxnId="{4DB4A263-D9E8-4164-B960-0796B4A932E7}">
      <dgm:prSet/>
      <dgm:spPr/>
      <dgm:t>
        <a:bodyPr/>
        <a:lstStyle/>
        <a:p>
          <a:endParaRPr lang="en-US"/>
        </a:p>
      </dgm:t>
    </dgm:pt>
    <dgm:pt modelId="{ADFC9FFE-5440-4581-B999-728DA05044DD}">
      <dgm:prSet phldrT="[Text]"/>
      <dgm:spPr/>
      <dgm:t>
        <a:bodyPr/>
        <a:lstStyle/>
        <a:p>
          <a:r>
            <a:rPr lang="en-US" dirty="0"/>
            <a:t>Determine which tiles to focus on</a:t>
          </a:r>
        </a:p>
      </dgm:t>
    </dgm:pt>
    <dgm:pt modelId="{C1A91F30-17FF-435C-8C84-E269702EF620}" type="parTrans" cxnId="{D1C9B909-DC4C-42D9-A4C1-0B45AC6C43D9}">
      <dgm:prSet/>
      <dgm:spPr/>
      <dgm:t>
        <a:bodyPr/>
        <a:lstStyle/>
        <a:p>
          <a:endParaRPr lang="en-US"/>
        </a:p>
      </dgm:t>
    </dgm:pt>
    <dgm:pt modelId="{5A01D07F-11D3-4AA7-B5FB-7A13527DEA20}" type="sibTrans" cxnId="{D1C9B909-DC4C-42D9-A4C1-0B45AC6C43D9}">
      <dgm:prSet/>
      <dgm:spPr/>
      <dgm:t>
        <a:bodyPr/>
        <a:lstStyle/>
        <a:p>
          <a:endParaRPr lang="en-US"/>
        </a:p>
      </dgm:t>
    </dgm:pt>
    <dgm:pt modelId="{B9704839-1A99-46A2-8A3A-E0FE62E22C62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Capture 3 plane images</a:t>
          </a:r>
        </a:p>
      </dgm:t>
    </dgm:pt>
    <dgm:pt modelId="{78A98478-F2E9-441D-81EC-E72F553832AE}" type="parTrans" cxnId="{D9640242-7674-483E-93FD-432BFE4EB459}">
      <dgm:prSet/>
      <dgm:spPr/>
      <dgm:t>
        <a:bodyPr/>
        <a:lstStyle/>
        <a:p>
          <a:endParaRPr lang="en-US"/>
        </a:p>
      </dgm:t>
    </dgm:pt>
    <dgm:pt modelId="{5C71CB2E-550C-4A47-AA5F-5AD4D576D82F}" type="sibTrans" cxnId="{D9640242-7674-483E-93FD-432BFE4EB459}">
      <dgm:prSet/>
      <dgm:spPr/>
      <dgm:t>
        <a:bodyPr/>
        <a:lstStyle/>
        <a:p>
          <a:endParaRPr lang="en-US"/>
        </a:p>
      </dgm:t>
    </dgm:pt>
    <dgm:pt modelId="{82876000-6048-443A-8AC9-B90B2DB9FBC9}">
      <dgm:prSet phldrT="[Text]"/>
      <dgm:spPr/>
      <dgm:t>
        <a:bodyPr/>
        <a:lstStyle/>
        <a:p>
          <a:r>
            <a:rPr lang="en-US" dirty="0"/>
            <a:t>At each determined tile, capture full frame images from 3 different z planes</a:t>
          </a:r>
        </a:p>
      </dgm:t>
    </dgm:pt>
    <dgm:pt modelId="{FF273676-E8BD-481C-B622-B11A4463E824}" type="parTrans" cxnId="{7B7B031F-E8B7-44E4-A63E-0C53FDFB8DC8}">
      <dgm:prSet/>
      <dgm:spPr/>
      <dgm:t>
        <a:bodyPr/>
        <a:lstStyle/>
        <a:p>
          <a:endParaRPr lang="en-US"/>
        </a:p>
      </dgm:t>
    </dgm:pt>
    <dgm:pt modelId="{BCD0F062-F41C-4BB3-8739-54FE7C985A95}" type="sibTrans" cxnId="{7B7B031F-E8B7-44E4-A63E-0C53FDFB8DC8}">
      <dgm:prSet/>
      <dgm:spPr/>
      <dgm:t>
        <a:bodyPr/>
        <a:lstStyle/>
        <a:p>
          <a:endParaRPr lang="en-US"/>
        </a:p>
      </dgm:t>
    </dgm:pt>
    <dgm:pt modelId="{F63DABB0-FA3C-4C24-9894-AED61177DDB7}">
      <dgm:prSet phldrT="[Text]"/>
      <dgm:spPr/>
      <dgm:t>
        <a:bodyPr/>
        <a:lstStyle/>
        <a:p>
          <a:r>
            <a:rPr lang="en-US" dirty="0"/>
            <a:t>Gaps between z planes is predetermined</a:t>
          </a:r>
        </a:p>
      </dgm:t>
    </dgm:pt>
    <dgm:pt modelId="{85092332-E4EB-4E62-855A-729AB69CAED4}" type="parTrans" cxnId="{35022820-A833-4B18-9030-7E0237BFEA8F}">
      <dgm:prSet/>
      <dgm:spPr/>
      <dgm:t>
        <a:bodyPr/>
        <a:lstStyle/>
        <a:p>
          <a:endParaRPr lang="en-US"/>
        </a:p>
      </dgm:t>
    </dgm:pt>
    <dgm:pt modelId="{2224BF4E-6674-4550-BBCF-3D18F7C4E185}" type="sibTrans" cxnId="{35022820-A833-4B18-9030-7E0237BFEA8F}">
      <dgm:prSet/>
      <dgm:spPr/>
      <dgm:t>
        <a:bodyPr/>
        <a:lstStyle/>
        <a:p>
          <a:endParaRPr lang="en-US"/>
        </a:p>
      </dgm:t>
    </dgm:pt>
    <dgm:pt modelId="{F3FF9FF5-3831-492F-B0AB-77545E2D83B6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Break Images into super pixels</a:t>
          </a:r>
        </a:p>
      </dgm:t>
    </dgm:pt>
    <dgm:pt modelId="{6B0F2059-19D3-4E4B-AD7E-DADF0A5294C7}" type="parTrans" cxnId="{FED937A4-934A-44F2-96ED-AC710A61664A}">
      <dgm:prSet/>
      <dgm:spPr/>
      <dgm:t>
        <a:bodyPr/>
        <a:lstStyle/>
        <a:p>
          <a:endParaRPr lang="en-US"/>
        </a:p>
      </dgm:t>
    </dgm:pt>
    <dgm:pt modelId="{4A02BFFF-CDD4-4E4A-B819-EEE4E76D45F9}" type="sibTrans" cxnId="{FED937A4-934A-44F2-96ED-AC710A61664A}">
      <dgm:prSet/>
      <dgm:spPr/>
      <dgm:t>
        <a:bodyPr/>
        <a:lstStyle/>
        <a:p>
          <a:endParaRPr lang="en-US"/>
        </a:p>
      </dgm:t>
    </dgm:pt>
    <dgm:pt modelId="{241E984C-5826-4088-A783-17B6B42821B7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Calculate reciprocal Brenner Score</a:t>
          </a:r>
        </a:p>
      </dgm:t>
    </dgm:pt>
    <dgm:pt modelId="{D668AA10-E80D-4E42-AE2D-D1341BAE28B7}" type="parTrans" cxnId="{C66B47D3-55E2-4CA7-97EB-7D2F575DEE82}">
      <dgm:prSet/>
      <dgm:spPr/>
      <dgm:t>
        <a:bodyPr/>
        <a:lstStyle/>
        <a:p>
          <a:endParaRPr lang="en-US"/>
        </a:p>
      </dgm:t>
    </dgm:pt>
    <dgm:pt modelId="{EA5C2210-740A-4ACA-A2A2-9DD4EA4B9ABF}" type="sibTrans" cxnId="{C66B47D3-55E2-4CA7-97EB-7D2F575DEE82}">
      <dgm:prSet/>
      <dgm:spPr/>
      <dgm:t>
        <a:bodyPr/>
        <a:lstStyle/>
        <a:p>
          <a:endParaRPr lang="en-US"/>
        </a:p>
      </dgm:t>
    </dgm:pt>
    <dgm:pt modelId="{60C678A0-0797-4AEC-8E27-EE6B9D8BA508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Filter Brenner Score</a:t>
          </a:r>
        </a:p>
      </dgm:t>
    </dgm:pt>
    <dgm:pt modelId="{5937851F-1559-44A4-8723-45A357A35A35}" type="parTrans" cxnId="{2BCE9BBD-3283-40B6-B60D-1BA7A8A7B656}">
      <dgm:prSet/>
      <dgm:spPr/>
      <dgm:t>
        <a:bodyPr/>
        <a:lstStyle/>
        <a:p>
          <a:endParaRPr lang="en-US"/>
        </a:p>
      </dgm:t>
    </dgm:pt>
    <dgm:pt modelId="{CA5F483F-A46A-4E6B-9F07-C7E5936D30D6}" type="sibTrans" cxnId="{2BCE9BBD-3283-40B6-B60D-1BA7A8A7B656}">
      <dgm:prSet/>
      <dgm:spPr/>
      <dgm:t>
        <a:bodyPr/>
        <a:lstStyle/>
        <a:p>
          <a:endParaRPr lang="en-US"/>
        </a:p>
      </dgm:t>
    </dgm:pt>
    <dgm:pt modelId="{AF7F81A5-687F-4031-8B65-3D4AAC3FA7AE}">
      <dgm:prSet/>
      <dgm:spPr/>
      <dgm:t>
        <a:bodyPr/>
        <a:lstStyle/>
        <a:p>
          <a:r>
            <a:rPr lang="en-US" dirty="0"/>
            <a:t>Divide each image into an array of sub areas dubbed ‘super pixels’</a:t>
          </a:r>
        </a:p>
      </dgm:t>
    </dgm:pt>
    <dgm:pt modelId="{440E0D52-D6F5-4210-9873-DB43A54E18A1}" type="parTrans" cxnId="{1A850C5E-F0D5-4CFF-859D-9D7BBA14CE4E}">
      <dgm:prSet/>
      <dgm:spPr/>
      <dgm:t>
        <a:bodyPr/>
        <a:lstStyle/>
        <a:p>
          <a:endParaRPr lang="en-US"/>
        </a:p>
      </dgm:t>
    </dgm:pt>
    <dgm:pt modelId="{227BEC66-9F2B-43F6-A96C-E711ED23E540}" type="sibTrans" cxnId="{1A850C5E-F0D5-4CFF-859D-9D7BBA14CE4E}">
      <dgm:prSet/>
      <dgm:spPr/>
      <dgm:t>
        <a:bodyPr/>
        <a:lstStyle/>
        <a:p>
          <a:endParaRPr lang="en-US"/>
        </a:p>
      </dgm:t>
    </dgm:pt>
    <dgm:pt modelId="{1607C6F1-7F51-4709-9D9D-C5213E087EB7}">
      <dgm:prSet/>
      <dgm:spPr/>
      <dgm:t>
        <a:bodyPr/>
        <a:lstStyle/>
        <a:p>
          <a:r>
            <a:rPr lang="en-US" dirty="0"/>
            <a:t>Calculate </a:t>
          </a:r>
          <a:r>
            <a:rPr lang="en-US" dirty="0" err="1"/>
            <a:t>brenner</a:t>
          </a:r>
          <a:r>
            <a:rPr lang="en-US" dirty="0"/>
            <a:t> score for each super pixel and take reciprocal of it</a:t>
          </a:r>
        </a:p>
      </dgm:t>
    </dgm:pt>
    <dgm:pt modelId="{A4E2D466-D02A-4478-B849-FBBA95D8220F}" type="parTrans" cxnId="{EEF7D34C-B691-4278-8582-B5826EA30C0D}">
      <dgm:prSet/>
      <dgm:spPr/>
      <dgm:t>
        <a:bodyPr/>
        <a:lstStyle/>
        <a:p>
          <a:endParaRPr lang="en-US"/>
        </a:p>
      </dgm:t>
    </dgm:pt>
    <dgm:pt modelId="{5BDF3A8F-1D4A-4CC7-8CB3-628A643C3AF8}" type="sibTrans" cxnId="{EEF7D34C-B691-4278-8582-B5826EA30C0D}">
      <dgm:prSet/>
      <dgm:spPr/>
      <dgm:t>
        <a:bodyPr/>
        <a:lstStyle/>
        <a:p>
          <a:endParaRPr lang="en-US"/>
        </a:p>
      </dgm:t>
    </dgm:pt>
    <dgm:pt modelId="{A4DFD445-3823-48DA-88CB-B86C4A1A3BEA}">
      <dgm:prSet/>
      <dgm:spPr/>
      <dgm:t>
        <a:bodyPr/>
        <a:lstStyle/>
        <a:p>
          <a:r>
            <a:rPr lang="en-US" dirty="0"/>
            <a:t>Brenner score is pixel(col, row) – pixel(col + n, row). </a:t>
          </a:r>
        </a:p>
      </dgm:t>
    </dgm:pt>
    <dgm:pt modelId="{606BFEDB-DB79-4D4A-8C91-202CA24AEC35}" type="parTrans" cxnId="{8439F135-0D4D-459E-82ED-2950CF68ADF4}">
      <dgm:prSet/>
      <dgm:spPr/>
      <dgm:t>
        <a:bodyPr/>
        <a:lstStyle/>
        <a:p>
          <a:endParaRPr lang="en-US"/>
        </a:p>
      </dgm:t>
    </dgm:pt>
    <dgm:pt modelId="{E91A958D-2FE1-405D-92F6-A20265AE40BA}" type="sibTrans" cxnId="{8439F135-0D4D-459E-82ED-2950CF68ADF4}">
      <dgm:prSet/>
      <dgm:spPr/>
      <dgm:t>
        <a:bodyPr/>
        <a:lstStyle/>
        <a:p>
          <a:endParaRPr lang="en-US"/>
        </a:p>
      </dgm:t>
    </dgm:pt>
    <dgm:pt modelId="{FCA8F605-B9C7-4ED7-B280-59ACE3B511C5}">
      <dgm:prSet/>
      <dgm:spPr/>
      <dgm:t>
        <a:bodyPr/>
        <a:lstStyle/>
        <a:p>
          <a:r>
            <a:rPr lang="en-US" dirty="0"/>
            <a:t>Filter out background super pixels via ‘Well Depth’</a:t>
          </a:r>
        </a:p>
      </dgm:t>
    </dgm:pt>
    <dgm:pt modelId="{F7B17ABA-DA91-44BD-9544-913EDE9342CF}" type="parTrans" cxnId="{E635BECD-FB8B-418B-82D4-46D5E5BDA283}">
      <dgm:prSet/>
      <dgm:spPr/>
      <dgm:t>
        <a:bodyPr/>
        <a:lstStyle/>
        <a:p>
          <a:endParaRPr lang="en-US"/>
        </a:p>
      </dgm:t>
    </dgm:pt>
    <dgm:pt modelId="{C9425843-5C8F-4B42-856E-4197D83DC8B1}" type="sibTrans" cxnId="{E635BECD-FB8B-418B-82D4-46D5E5BDA283}">
      <dgm:prSet/>
      <dgm:spPr/>
      <dgm:t>
        <a:bodyPr/>
        <a:lstStyle/>
        <a:p>
          <a:endParaRPr lang="en-US"/>
        </a:p>
      </dgm:t>
    </dgm:pt>
    <dgm:pt modelId="{98E65300-5468-4848-9CFD-FDAE2B4A2E93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Make Focus Prediction</a:t>
          </a:r>
        </a:p>
      </dgm:t>
    </dgm:pt>
    <dgm:pt modelId="{B110EBB8-8C3C-4E79-BC82-9C990AED16F9}" type="parTrans" cxnId="{C61A2C55-BA7D-4F71-B2A2-1E804AFA8A2D}">
      <dgm:prSet/>
      <dgm:spPr/>
      <dgm:t>
        <a:bodyPr/>
        <a:lstStyle/>
        <a:p>
          <a:endParaRPr lang="en-US"/>
        </a:p>
      </dgm:t>
    </dgm:pt>
    <dgm:pt modelId="{DFF76400-504E-4EC6-865C-C07710D24E5A}" type="sibTrans" cxnId="{C61A2C55-BA7D-4F71-B2A2-1E804AFA8A2D}">
      <dgm:prSet/>
      <dgm:spPr/>
      <dgm:t>
        <a:bodyPr/>
        <a:lstStyle/>
        <a:p>
          <a:endParaRPr lang="en-US"/>
        </a:p>
      </dgm:t>
    </dgm:pt>
    <dgm:pt modelId="{9F0F3B91-33E1-47ED-9CDE-B9620D6EDCCF}">
      <dgm:prSet/>
      <dgm:spPr/>
      <dgm:t>
        <a:bodyPr/>
        <a:lstStyle/>
        <a:p>
          <a:r>
            <a:rPr lang="en-US" dirty="0"/>
            <a:t>Take 3 point reciprocal </a:t>
          </a:r>
          <a:r>
            <a:rPr lang="en-US" dirty="0" err="1"/>
            <a:t>brenner</a:t>
          </a:r>
          <a:r>
            <a:rPr lang="en-US" dirty="0"/>
            <a:t> score, solve quad equation and solve for derivative = 0 to find projected focus position. Use Gauss-Jordan reduction to solve</a:t>
          </a:r>
        </a:p>
      </dgm:t>
    </dgm:pt>
    <dgm:pt modelId="{4337CA40-124E-40F4-B9CE-72EBE7FB7C8F}" type="parTrans" cxnId="{2D829E28-6081-4112-86D7-46E5A5B185B0}">
      <dgm:prSet/>
      <dgm:spPr/>
      <dgm:t>
        <a:bodyPr/>
        <a:lstStyle/>
        <a:p>
          <a:endParaRPr lang="en-US"/>
        </a:p>
      </dgm:t>
    </dgm:pt>
    <dgm:pt modelId="{0CB5936A-AE3B-494D-ACED-CCA352D4A354}" type="sibTrans" cxnId="{2D829E28-6081-4112-86D7-46E5A5B185B0}">
      <dgm:prSet/>
      <dgm:spPr/>
      <dgm:t>
        <a:bodyPr/>
        <a:lstStyle/>
        <a:p>
          <a:endParaRPr lang="en-US"/>
        </a:p>
      </dgm:t>
    </dgm:pt>
    <dgm:pt modelId="{95F7843B-2764-41C7-9ABC-AEEC4FDC600E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Fit Plane</a:t>
          </a:r>
        </a:p>
      </dgm:t>
    </dgm:pt>
    <dgm:pt modelId="{804CBF1A-D161-4460-8449-02BDBBBC0A35}" type="parTrans" cxnId="{B5841AFA-DEEF-469B-8996-34E0E9CAECCF}">
      <dgm:prSet/>
      <dgm:spPr/>
      <dgm:t>
        <a:bodyPr/>
        <a:lstStyle/>
        <a:p>
          <a:endParaRPr lang="en-US"/>
        </a:p>
      </dgm:t>
    </dgm:pt>
    <dgm:pt modelId="{727272E4-78B1-4139-AF4E-45BD638F3CAF}" type="sibTrans" cxnId="{B5841AFA-DEEF-469B-8996-34E0E9CAECCF}">
      <dgm:prSet/>
      <dgm:spPr/>
      <dgm:t>
        <a:bodyPr/>
        <a:lstStyle/>
        <a:p>
          <a:endParaRPr lang="en-US"/>
        </a:p>
      </dgm:t>
    </dgm:pt>
    <dgm:pt modelId="{0E13D9BE-5055-4609-814E-E232FDC72E4C}">
      <dgm:prSet/>
      <dgm:spPr/>
      <dgm:t>
        <a:bodyPr/>
        <a:lstStyle/>
        <a:p>
          <a:r>
            <a:rPr lang="en-US" dirty="0"/>
            <a:t>Fit best plane to all points (X,Y, Predicted focus z position)</a:t>
          </a:r>
        </a:p>
      </dgm:t>
    </dgm:pt>
    <dgm:pt modelId="{912C1F11-69E3-4365-8A35-44CC22DEDAEB}" type="parTrans" cxnId="{208E9094-7FA1-4D25-B8CE-004479725405}">
      <dgm:prSet/>
      <dgm:spPr/>
      <dgm:t>
        <a:bodyPr/>
        <a:lstStyle/>
        <a:p>
          <a:endParaRPr lang="en-US"/>
        </a:p>
      </dgm:t>
    </dgm:pt>
    <dgm:pt modelId="{155D6B7E-BABB-4B0C-97A3-4EEEDD663BB7}" type="sibTrans" cxnId="{208E9094-7FA1-4D25-B8CE-004479725405}">
      <dgm:prSet/>
      <dgm:spPr/>
      <dgm:t>
        <a:bodyPr/>
        <a:lstStyle/>
        <a:p>
          <a:endParaRPr lang="en-US"/>
        </a:p>
      </dgm:t>
    </dgm:pt>
    <dgm:pt modelId="{FF0FA6BC-DF5B-4B31-95BD-A514189C6776}">
      <dgm:prSet/>
      <dgm:spPr/>
      <dgm:t>
        <a:bodyPr/>
        <a:lstStyle/>
        <a:p>
          <a:r>
            <a:rPr lang="en-US" dirty="0"/>
            <a:t>Use outlier dampening loss function to best fit with</a:t>
          </a:r>
        </a:p>
      </dgm:t>
    </dgm:pt>
    <dgm:pt modelId="{E0D509E6-712A-4ADE-B5F5-A2D764D20D78}" type="parTrans" cxnId="{1BDD2FDC-2D94-4411-9E08-A56BABF028AA}">
      <dgm:prSet/>
      <dgm:spPr/>
      <dgm:t>
        <a:bodyPr/>
        <a:lstStyle/>
        <a:p>
          <a:endParaRPr lang="en-US"/>
        </a:p>
      </dgm:t>
    </dgm:pt>
    <dgm:pt modelId="{53DA37FD-D9B0-4E66-8719-D941A5DD7FD6}" type="sibTrans" cxnId="{1BDD2FDC-2D94-4411-9E08-A56BABF028AA}">
      <dgm:prSet/>
      <dgm:spPr/>
      <dgm:t>
        <a:bodyPr/>
        <a:lstStyle/>
        <a:p>
          <a:endParaRPr lang="en-US"/>
        </a:p>
      </dgm:t>
    </dgm:pt>
    <dgm:pt modelId="{10886EEC-9AB2-43BF-A4AF-67E967147A72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Populate Focus Map</a:t>
          </a:r>
        </a:p>
      </dgm:t>
    </dgm:pt>
    <dgm:pt modelId="{C9D606DF-1FD1-423A-A499-9F771261A001}" type="parTrans" cxnId="{4599D809-321A-4DED-B5FA-960C237342FB}">
      <dgm:prSet/>
      <dgm:spPr/>
      <dgm:t>
        <a:bodyPr/>
        <a:lstStyle/>
        <a:p>
          <a:endParaRPr lang="en-US"/>
        </a:p>
      </dgm:t>
    </dgm:pt>
    <dgm:pt modelId="{C20677E8-2D16-419E-A785-C0469118953F}" type="sibTrans" cxnId="{4599D809-321A-4DED-B5FA-960C237342FB}">
      <dgm:prSet/>
      <dgm:spPr/>
      <dgm:t>
        <a:bodyPr/>
        <a:lstStyle/>
        <a:p>
          <a:endParaRPr lang="en-US"/>
        </a:p>
      </dgm:t>
    </dgm:pt>
    <dgm:pt modelId="{98CB82E5-7F94-4EFF-9D25-83B5EF2323FF}">
      <dgm:prSet/>
      <dgm:spPr/>
      <dgm:t>
        <a:bodyPr/>
        <a:lstStyle/>
        <a:p>
          <a:r>
            <a:rPr lang="en-US" dirty="0"/>
            <a:t>Use Plane(XY coordinates) to determine Z position for focus map</a:t>
          </a:r>
        </a:p>
      </dgm:t>
    </dgm:pt>
    <dgm:pt modelId="{F2701591-30E6-4280-AD6C-18DE851409C5}" type="parTrans" cxnId="{982F5748-AB10-48BB-B9AC-A03D98953D33}">
      <dgm:prSet/>
      <dgm:spPr/>
      <dgm:t>
        <a:bodyPr/>
        <a:lstStyle/>
        <a:p>
          <a:endParaRPr lang="en-US"/>
        </a:p>
      </dgm:t>
    </dgm:pt>
    <dgm:pt modelId="{830C6404-1EC4-4D4D-8466-B2B8900460D3}" type="sibTrans" cxnId="{982F5748-AB10-48BB-B9AC-A03D98953D33}">
      <dgm:prSet/>
      <dgm:spPr/>
      <dgm:t>
        <a:bodyPr/>
        <a:lstStyle/>
        <a:p>
          <a:endParaRPr lang="en-US"/>
        </a:p>
      </dgm:t>
    </dgm:pt>
    <dgm:pt modelId="{87190A8A-D8B4-474C-AD5B-6CB6AD4A505A}">
      <dgm:prSet/>
      <dgm:spPr/>
      <dgm:t>
        <a:bodyPr/>
        <a:lstStyle/>
        <a:p>
          <a:r>
            <a:rPr lang="en-US" dirty="0"/>
            <a:t>Pop FM array with depth of focus across 1 FOV</a:t>
          </a:r>
        </a:p>
      </dgm:t>
    </dgm:pt>
    <dgm:pt modelId="{E8EDC3A8-15DE-4351-AF84-E8D1A704D990}" type="parTrans" cxnId="{AB34FD25-BE90-4036-96C3-A582C6063001}">
      <dgm:prSet/>
      <dgm:spPr/>
      <dgm:t>
        <a:bodyPr/>
        <a:lstStyle/>
        <a:p>
          <a:endParaRPr lang="en-US"/>
        </a:p>
      </dgm:t>
    </dgm:pt>
    <dgm:pt modelId="{DED616E7-6635-442A-B656-7BCC3FCD70C7}" type="sibTrans" cxnId="{AB34FD25-BE90-4036-96C3-A582C6063001}">
      <dgm:prSet/>
      <dgm:spPr/>
      <dgm:t>
        <a:bodyPr/>
        <a:lstStyle/>
        <a:p>
          <a:endParaRPr lang="en-US"/>
        </a:p>
      </dgm:t>
    </dgm:pt>
    <dgm:pt modelId="{F0326096-EC9E-4823-9684-FC05D6C76BCF}">
      <dgm:prSet/>
      <dgm:spPr/>
      <dgm:t>
        <a:bodyPr/>
        <a:lstStyle/>
        <a:p>
          <a:r>
            <a:rPr lang="en-US" dirty="0"/>
            <a:t>Z value in FM is top value. Work down when capturing more planes</a:t>
          </a:r>
        </a:p>
      </dgm:t>
    </dgm:pt>
    <dgm:pt modelId="{4709660D-9B68-46FF-B97D-93CB83AE1AB1}" type="parTrans" cxnId="{3C365DD5-A298-45DD-B829-8EE079DC2A4D}">
      <dgm:prSet/>
      <dgm:spPr/>
      <dgm:t>
        <a:bodyPr/>
        <a:lstStyle/>
        <a:p>
          <a:endParaRPr lang="en-US"/>
        </a:p>
      </dgm:t>
    </dgm:pt>
    <dgm:pt modelId="{A447AFE6-6639-4C6B-8A31-35FDB2A1548F}" type="sibTrans" cxnId="{3C365DD5-A298-45DD-B829-8EE079DC2A4D}">
      <dgm:prSet/>
      <dgm:spPr/>
      <dgm:t>
        <a:bodyPr/>
        <a:lstStyle/>
        <a:p>
          <a:endParaRPr lang="en-US"/>
        </a:p>
      </dgm:t>
    </dgm:pt>
    <dgm:pt modelId="{112D1CAA-D395-41ED-9A75-164FD2BB37E1}" type="pres">
      <dgm:prSet presAssocID="{3AE97502-9722-4C52-9DF1-15AEE197C597}" presName="Name0" presStyleCnt="0">
        <dgm:presLayoutVars>
          <dgm:dir/>
          <dgm:resizeHandles/>
        </dgm:presLayoutVars>
      </dgm:prSet>
      <dgm:spPr/>
    </dgm:pt>
    <dgm:pt modelId="{F536D01B-B6EB-4EA9-B54E-E3B2758EF36F}" type="pres">
      <dgm:prSet presAssocID="{1D98B207-9E81-4167-B481-FD2D98B70E63}" presName="compNode" presStyleCnt="0"/>
      <dgm:spPr/>
    </dgm:pt>
    <dgm:pt modelId="{0353605B-F57D-46EB-80F5-D5FB31386986}" type="pres">
      <dgm:prSet presAssocID="{1D98B207-9E81-4167-B481-FD2D98B70E63}" presName="dummyConnPt" presStyleCnt="0"/>
      <dgm:spPr/>
    </dgm:pt>
    <dgm:pt modelId="{522C7ABC-7518-412B-833F-F58B31599152}" type="pres">
      <dgm:prSet presAssocID="{1D98B207-9E81-4167-B481-FD2D98B70E63}" presName="node" presStyleLbl="node1" presStyleIdx="0" presStyleCnt="9">
        <dgm:presLayoutVars>
          <dgm:bulletEnabled val="1"/>
        </dgm:presLayoutVars>
      </dgm:prSet>
      <dgm:spPr/>
    </dgm:pt>
    <dgm:pt modelId="{F3399CE2-C13F-47B3-AC43-76BD96AB85CB}" type="pres">
      <dgm:prSet presAssocID="{28EFAB71-D68D-4D17-98F9-13FC4F491550}" presName="sibTrans" presStyleLbl="bgSibTrans2D1" presStyleIdx="0" presStyleCnt="8"/>
      <dgm:spPr/>
    </dgm:pt>
    <dgm:pt modelId="{4A1D4AD7-BD26-4DFF-BD10-108B6761DA49}" type="pres">
      <dgm:prSet presAssocID="{1FAD0936-7C98-4F53-860D-D4FF41D689F1}" presName="compNode" presStyleCnt="0"/>
      <dgm:spPr/>
    </dgm:pt>
    <dgm:pt modelId="{89D8A8DC-2DA5-4922-9DF7-711215468F24}" type="pres">
      <dgm:prSet presAssocID="{1FAD0936-7C98-4F53-860D-D4FF41D689F1}" presName="dummyConnPt" presStyleCnt="0"/>
      <dgm:spPr/>
    </dgm:pt>
    <dgm:pt modelId="{19205AC7-DBB5-488E-8F51-5E76282C7FD0}" type="pres">
      <dgm:prSet presAssocID="{1FAD0936-7C98-4F53-860D-D4FF41D689F1}" presName="node" presStyleLbl="node1" presStyleIdx="1" presStyleCnt="9">
        <dgm:presLayoutVars>
          <dgm:bulletEnabled val="1"/>
        </dgm:presLayoutVars>
      </dgm:prSet>
      <dgm:spPr/>
    </dgm:pt>
    <dgm:pt modelId="{37AFA178-22A8-4683-97D1-5B556534F0BA}" type="pres">
      <dgm:prSet presAssocID="{BE50A2E6-9EA3-4D38-9D20-AC614E87BA03}" presName="sibTrans" presStyleLbl="bgSibTrans2D1" presStyleIdx="1" presStyleCnt="8"/>
      <dgm:spPr/>
    </dgm:pt>
    <dgm:pt modelId="{F2760F4E-7FD1-4CB1-8393-90BD8B878891}" type="pres">
      <dgm:prSet presAssocID="{B9704839-1A99-46A2-8A3A-E0FE62E22C62}" presName="compNode" presStyleCnt="0"/>
      <dgm:spPr/>
    </dgm:pt>
    <dgm:pt modelId="{739E0ADC-E116-4BDF-987E-12E17766CADD}" type="pres">
      <dgm:prSet presAssocID="{B9704839-1A99-46A2-8A3A-E0FE62E22C62}" presName="dummyConnPt" presStyleCnt="0"/>
      <dgm:spPr/>
    </dgm:pt>
    <dgm:pt modelId="{45AB359D-001A-4D60-B44D-1DECCFCDACA5}" type="pres">
      <dgm:prSet presAssocID="{B9704839-1A99-46A2-8A3A-E0FE62E22C62}" presName="node" presStyleLbl="node1" presStyleIdx="2" presStyleCnt="9">
        <dgm:presLayoutVars>
          <dgm:bulletEnabled val="1"/>
        </dgm:presLayoutVars>
      </dgm:prSet>
      <dgm:spPr/>
    </dgm:pt>
    <dgm:pt modelId="{AEA8BDC5-C509-499B-B561-7BEF1A1CC871}" type="pres">
      <dgm:prSet presAssocID="{5C71CB2E-550C-4A47-AA5F-5AD4D576D82F}" presName="sibTrans" presStyleLbl="bgSibTrans2D1" presStyleIdx="2" presStyleCnt="8"/>
      <dgm:spPr/>
    </dgm:pt>
    <dgm:pt modelId="{A4C950BA-7769-4FC8-8A90-FFA0B6DC0147}" type="pres">
      <dgm:prSet presAssocID="{F3FF9FF5-3831-492F-B0AB-77545E2D83B6}" presName="compNode" presStyleCnt="0"/>
      <dgm:spPr/>
    </dgm:pt>
    <dgm:pt modelId="{FD886DE4-B646-49EC-AAD6-85C079BAB250}" type="pres">
      <dgm:prSet presAssocID="{F3FF9FF5-3831-492F-B0AB-77545E2D83B6}" presName="dummyConnPt" presStyleCnt="0"/>
      <dgm:spPr/>
    </dgm:pt>
    <dgm:pt modelId="{F2649B02-3072-44F9-9533-AF554899A956}" type="pres">
      <dgm:prSet presAssocID="{F3FF9FF5-3831-492F-B0AB-77545E2D83B6}" presName="node" presStyleLbl="node1" presStyleIdx="3" presStyleCnt="9">
        <dgm:presLayoutVars>
          <dgm:bulletEnabled val="1"/>
        </dgm:presLayoutVars>
      </dgm:prSet>
      <dgm:spPr/>
    </dgm:pt>
    <dgm:pt modelId="{B7BB2392-BB5E-4DF1-BF99-7E7D560AD433}" type="pres">
      <dgm:prSet presAssocID="{4A02BFFF-CDD4-4E4A-B819-EEE4E76D45F9}" presName="sibTrans" presStyleLbl="bgSibTrans2D1" presStyleIdx="3" presStyleCnt="8"/>
      <dgm:spPr/>
    </dgm:pt>
    <dgm:pt modelId="{73655090-BBA1-4972-B6CD-9E4A364E0C55}" type="pres">
      <dgm:prSet presAssocID="{241E984C-5826-4088-A783-17B6B42821B7}" presName="compNode" presStyleCnt="0"/>
      <dgm:spPr/>
    </dgm:pt>
    <dgm:pt modelId="{303F1923-CF06-465A-9407-05E13B1BA033}" type="pres">
      <dgm:prSet presAssocID="{241E984C-5826-4088-A783-17B6B42821B7}" presName="dummyConnPt" presStyleCnt="0"/>
      <dgm:spPr/>
    </dgm:pt>
    <dgm:pt modelId="{0186F601-4ED0-493D-91DF-47CD7407BCE6}" type="pres">
      <dgm:prSet presAssocID="{241E984C-5826-4088-A783-17B6B42821B7}" presName="node" presStyleLbl="node1" presStyleIdx="4" presStyleCnt="9">
        <dgm:presLayoutVars>
          <dgm:bulletEnabled val="1"/>
        </dgm:presLayoutVars>
      </dgm:prSet>
      <dgm:spPr/>
    </dgm:pt>
    <dgm:pt modelId="{096A5486-9BA7-4FE9-9644-07F530312A0B}" type="pres">
      <dgm:prSet presAssocID="{EA5C2210-740A-4ACA-A2A2-9DD4EA4B9ABF}" presName="sibTrans" presStyleLbl="bgSibTrans2D1" presStyleIdx="4" presStyleCnt="8"/>
      <dgm:spPr/>
    </dgm:pt>
    <dgm:pt modelId="{3050C2BA-AC02-48B8-997C-AD7247B6717A}" type="pres">
      <dgm:prSet presAssocID="{60C678A0-0797-4AEC-8E27-EE6B9D8BA508}" presName="compNode" presStyleCnt="0"/>
      <dgm:spPr/>
    </dgm:pt>
    <dgm:pt modelId="{B3A91D22-6360-4D9F-BCE3-4CFC823C581A}" type="pres">
      <dgm:prSet presAssocID="{60C678A0-0797-4AEC-8E27-EE6B9D8BA508}" presName="dummyConnPt" presStyleCnt="0"/>
      <dgm:spPr/>
    </dgm:pt>
    <dgm:pt modelId="{8FD1F347-C834-4A13-835D-94E4B115E8E4}" type="pres">
      <dgm:prSet presAssocID="{60C678A0-0797-4AEC-8E27-EE6B9D8BA508}" presName="node" presStyleLbl="node1" presStyleIdx="5" presStyleCnt="9">
        <dgm:presLayoutVars>
          <dgm:bulletEnabled val="1"/>
        </dgm:presLayoutVars>
      </dgm:prSet>
      <dgm:spPr/>
    </dgm:pt>
    <dgm:pt modelId="{C2DB39C2-1DF2-407C-B141-E86562C1EEDC}" type="pres">
      <dgm:prSet presAssocID="{CA5F483F-A46A-4E6B-9F07-C7E5936D30D6}" presName="sibTrans" presStyleLbl="bgSibTrans2D1" presStyleIdx="5" presStyleCnt="8"/>
      <dgm:spPr/>
    </dgm:pt>
    <dgm:pt modelId="{12406B2E-CD4A-4862-988E-E2B886B21650}" type="pres">
      <dgm:prSet presAssocID="{98E65300-5468-4848-9CFD-FDAE2B4A2E93}" presName="compNode" presStyleCnt="0"/>
      <dgm:spPr/>
    </dgm:pt>
    <dgm:pt modelId="{34939C88-CDF9-4F23-91A5-DF47F9EC5F39}" type="pres">
      <dgm:prSet presAssocID="{98E65300-5468-4848-9CFD-FDAE2B4A2E93}" presName="dummyConnPt" presStyleCnt="0"/>
      <dgm:spPr/>
    </dgm:pt>
    <dgm:pt modelId="{9898C62D-213D-4A62-9476-96E0FD66E303}" type="pres">
      <dgm:prSet presAssocID="{98E65300-5468-4848-9CFD-FDAE2B4A2E93}" presName="node" presStyleLbl="node1" presStyleIdx="6" presStyleCnt="9">
        <dgm:presLayoutVars>
          <dgm:bulletEnabled val="1"/>
        </dgm:presLayoutVars>
      </dgm:prSet>
      <dgm:spPr/>
    </dgm:pt>
    <dgm:pt modelId="{864A58B4-1299-4562-8E70-1FFE22770152}" type="pres">
      <dgm:prSet presAssocID="{DFF76400-504E-4EC6-865C-C07710D24E5A}" presName="sibTrans" presStyleLbl="bgSibTrans2D1" presStyleIdx="6" presStyleCnt="8"/>
      <dgm:spPr/>
    </dgm:pt>
    <dgm:pt modelId="{00FD8486-8257-4668-99CD-34D851182985}" type="pres">
      <dgm:prSet presAssocID="{95F7843B-2764-41C7-9ABC-AEEC4FDC600E}" presName="compNode" presStyleCnt="0"/>
      <dgm:spPr/>
    </dgm:pt>
    <dgm:pt modelId="{12B0D3DC-E3FA-4255-9DA5-C82665798CDB}" type="pres">
      <dgm:prSet presAssocID="{95F7843B-2764-41C7-9ABC-AEEC4FDC600E}" presName="dummyConnPt" presStyleCnt="0"/>
      <dgm:spPr/>
    </dgm:pt>
    <dgm:pt modelId="{27936896-3E6D-45BE-A363-822F5E62F85B}" type="pres">
      <dgm:prSet presAssocID="{95F7843B-2764-41C7-9ABC-AEEC4FDC600E}" presName="node" presStyleLbl="node1" presStyleIdx="7" presStyleCnt="9">
        <dgm:presLayoutVars>
          <dgm:bulletEnabled val="1"/>
        </dgm:presLayoutVars>
      </dgm:prSet>
      <dgm:spPr/>
    </dgm:pt>
    <dgm:pt modelId="{EC5E0C28-B80B-479E-B512-EB6114FA657A}" type="pres">
      <dgm:prSet presAssocID="{727272E4-78B1-4139-AF4E-45BD638F3CAF}" presName="sibTrans" presStyleLbl="bgSibTrans2D1" presStyleIdx="7" presStyleCnt="8"/>
      <dgm:spPr/>
    </dgm:pt>
    <dgm:pt modelId="{58C99A23-4789-4555-BB40-E81ADABB768E}" type="pres">
      <dgm:prSet presAssocID="{10886EEC-9AB2-43BF-A4AF-67E967147A72}" presName="compNode" presStyleCnt="0"/>
      <dgm:spPr/>
    </dgm:pt>
    <dgm:pt modelId="{F5CBC0A0-D50B-43EA-B67D-90F93E8AF1A7}" type="pres">
      <dgm:prSet presAssocID="{10886EEC-9AB2-43BF-A4AF-67E967147A72}" presName="dummyConnPt" presStyleCnt="0"/>
      <dgm:spPr/>
    </dgm:pt>
    <dgm:pt modelId="{87A42A06-A370-44BB-A987-CC10B0F7DBF6}" type="pres">
      <dgm:prSet presAssocID="{10886EEC-9AB2-43BF-A4AF-67E967147A72}" presName="node" presStyleLbl="node1" presStyleIdx="8" presStyleCnt="9">
        <dgm:presLayoutVars>
          <dgm:bulletEnabled val="1"/>
        </dgm:presLayoutVars>
      </dgm:prSet>
      <dgm:spPr/>
    </dgm:pt>
  </dgm:ptLst>
  <dgm:cxnLst>
    <dgm:cxn modelId="{2C0D1C00-5DBE-47AE-8E76-55EEA7E3A58C}" type="presOf" srcId="{28EFAB71-D68D-4D17-98F9-13FC4F491550}" destId="{F3399CE2-C13F-47B3-AC43-76BD96AB85CB}" srcOrd="0" destOrd="0" presId="urn:microsoft.com/office/officeart/2005/8/layout/bProcess4"/>
    <dgm:cxn modelId="{CAEA2A07-91EA-4B17-8035-45CC66B80892}" type="presOf" srcId="{BE50A2E6-9EA3-4D38-9D20-AC614E87BA03}" destId="{37AFA178-22A8-4683-97D1-5B556534F0BA}" srcOrd="0" destOrd="0" presId="urn:microsoft.com/office/officeart/2005/8/layout/bProcess4"/>
    <dgm:cxn modelId="{19F05609-7E20-42EA-8CC0-2DCBF9B1878F}" type="presOf" srcId="{1D98B207-9E81-4167-B481-FD2D98B70E63}" destId="{522C7ABC-7518-412B-833F-F58B31599152}" srcOrd="0" destOrd="0" presId="urn:microsoft.com/office/officeart/2005/8/layout/bProcess4"/>
    <dgm:cxn modelId="{D1C9B909-DC4C-42D9-A4C1-0B45AC6C43D9}" srcId="{1FAD0936-7C98-4F53-860D-D4FF41D689F1}" destId="{ADFC9FFE-5440-4581-B999-728DA05044DD}" srcOrd="0" destOrd="0" parTransId="{C1A91F30-17FF-435C-8C84-E269702EF620}" sibTransId="{5A01D07F-11D3-4AA7-B5FB-7A13527DEA20}"/>
    <dgm:cxn modelId="{4599D809-321A-4DED-B5FA-960C237342FB}" srcId="{3AE97502-9722-4C52-9DF1-15AEE197C597}" destId="{10886EEC-9AB2-43BF-A4AF-67E967147A72}" srcOrd="8" destOrd="0" parTransId="{C9D606DF-1FD1-423A-A499-9F771261A001}" sibTransId="{C20677E8-2D16-419E-A785-C0469118953F}"/>
    <dgm:cxn modelId="{D590660B-B8FD-461F-BC99-B74612E65113}" type="presOf" srcId="{5C71CB2E-550C-4A47-AA5F-5AD4D576D82F}" destId="{AEA8BDC5-C509-499B-B561-7BEF1A1CC871}" srcOrd="0" destOrd="0" presId="urn:microsoft.com/office/officeart/2005/8/layout/bProcess4"/>
    <dgm:cxn modelId="{58A30513-936E-45C2-814F-9068B8E1F2FE}" type="presOf" srcId="{AF7F81A5-687F-4031-8B65-3D4AAC3FA7AE}" destId="{F2649B02-3072-44F9-9533-AF554899A956}" srcOrd="0" destOrd="1" presId="urn:microsoft.com/office/officeart/2005/8/layout/bProcess4"/>
    <dgm:cxn modelId="{47E72C13-76EE-4CDC-90F3-7E0074B754EE}" type="presOf" srcId="{FF0FA6BC-DF5B-4B31-95BD-A514189C6776}" destId="{27936896-3E6D-45BE-A363-822F5E62F85B}" srcOrd="0" destOrd="2" presId="urn:microsoft.com/office/officeart/2005/8/layout/bProcess4"/>
    <dgm:cxn modelId="{07AD6C16-438B-4C6B-B6B3-0C097E58A75A}" type="presOf" srcId="{98E65300-5468-4848-9CFD-FDAE2B4A2E93}" destId="{9898C62D-213D-4A62-9476-96E0FD66E303}" srcOrd="0" destOrd="0" presId="urn:microsoft.com/office/officeart/2005/8/layout/bProcess4"/>
    <dgm:cxn modelId="{DEB2BA1E-330C-4E8C-AB07-329B839D1538}" type="presOf" srcId="{727272E4-78B1-4139-AF4E-45BD638F3CAF}" destId="{EC5E0C28-B80B-479E-B512-EB6114FA657A}" srcOrd="0" destOrd="0" presId="urn:microsoft.com/office/officeart/2005/8/layout/bProcess4"/>
    <dgm:cxn modelId="{7B7B031F-E8B7-44E4-A63E-0C53FDFB8DC8}" srcId="{B9704839-1A99-46A2-8A3A-E0FE62E22C62}" destId="{82876000-6048-443A-8AC9-B90B2DB9FBC9}" srcOrd="0" destOrd="0" parTransId="{FF273676-E8BD-481C-B622-B11A4463E824}" sibTransId="{BCD0F062-F41C-4BB3-8739-54FE7C985A95}"/>
    <dgm:cxn modelId="{35022820-A833-4B18-9030-7E0237BFEA8F}" srcId="{B9704839-1A99-46A2-8A3A-E0FE62E22C62}" destId="{F63DABB0-FA3C-4C24-9894-AED61177DDB7}" srcOrd="1" destOrd="0" parTransId="{85092332-E4EB-4E62-855A-729AB69CAED4}" sibTransId="{2224BF4E-6674-4550-BBCF-3D18F7C4E185}"/>
    <dgm:cxn modelId="{AB34FD25-BE90-4036-96C3-A582C6063001}" srcId="{10886EEC-9AB2-43BF-A4AF-67E967147A72}" destId="{87190A8A-D8B4-474C-AD5B-6CB6AD4A505A}" srcOrd="1" destOrd="0" parTransId="{E8EDC3A8-15DE-4351-AF84-E8D1A704D990}" sibTransId="{DED616E7-6635-442A-B656-7BCC3FCD70C7}"/>
    <dgm:cxn modelId="{5E082D28-E105-4D81-8F09-D232F5020BEB}" type="presOf" srcId="{0E13D9BE-5055-4609-814E-E232FDC72E4C}" destId="{27936896-3E6D-45BE-A363-822F5E62F85B}" srcOrd="0" destOrd="1" presId="urn:microsoft.com/office/officeart/2005/8/layout/bProcess4"/>
    <dgm:cxn modelId="{2D829E28-6081-4112-86D7-46E5A5B185B0}" srcId="{98E65300-5468-4848-9CFD-FDAE2B4A2E93}" destId="{9F0F3B91-33E1-47ED-9CDE-B9620D6EDCCF}" srcOrd="0" destOrd="0" parTransId="{4337CA40-124E-40F4-B9CE-72EBE7FB7C8F}" sibTransId="{0CB5936A-AE3B-494D-ACED-CCA352D4A354}"/>
    <dgm:cxn modelId="{1F510B2E-CF0F-4F5B-BDC6-50D92997D1D4}" type="presOf" srcId="{F0326096-EC9E-4823-9684-FC05D6C76BCF}" destId="{87A42A06-A370-44BB-A987-CC10B0F7DBF6}" srcOrd="0" destOrd="3" presId="urn:microsoft.com/office/officeart/2005/8/layout/bProcess4"/>
    <dgm:cxn modelId="{8439F135-0D4D-459E-82ED-2950CF68ADF4}" srcId="{241E984C-5826-4088-A783-17B6B42821B7}" destId="{A4DFD445-3823-48DA-88CB-B86C4A1A3BEA}" srcOrd="1" destOrd="0" parTransId="{606BFEDB-DB79-4D4A-8C91-202CA24AEC35}" sibTransId="{E91A958D-2FE1-405D-92F6-A20265AE40BA}"/>
    <dgm:cxn modelId="{CF108439-2D40-48FB-8964-2C5A7A561784}" type="presOf" srcId="{82876000-6048-443A-8AC9-B90B2DB9FBC9}" destId="{45AB359D-001A-4D60-B44D-1DECCFCDACA5}" srcOrd="0" destOrd="1" presId="urn:microsoft.com/office/officeart/2005/8/layout/bProcess4"/>
    <dgm:cxn modelId="{9375115C-7F9E-40EA-99AA-F1B1AB279A1F}" type="presOf" srcId="{A4DFD445-3823-48DA-88CB-B86C4A1A3BEA}" destId="{0186F601-4ED0-493D-91DF-47CD7407BCE6}" srcOrd="0" destOrd="2" presId="urn:microsoft.com/office/officeart/2005/8/layout/bProcess4"/>
    <dgm:cxn modelId="{1A850C5E-F0D5-4CFF-859D-9D7BBA14CE4E}" srcId="{F3FF9FF5-3831-492F-B0AB-77545E2D83B6}" destId="{AF7F81A5-687F-4031-8B65-3D4AAC3FA7AE}" srcOrd="0" destOrd="0" parTransId="{440E0D52-D6F5-4210-9873-DB43A54E18A1}" sibTransId="{227BEC66-9F2B-43F6-A96C-E711ED23E540}"/>
    <dgm:cxn modelId="{D9640242-7674-483E-93FD-432BFE4EB459}" srcId="{3AE97502-9722-4C52-9DF1-15AEE197C597}" destId="{B9704839-1A99-46A2-8A3A-E0FE62E22C62}" srcOrd="2" destOrd="0" parTransId="{78A98478-F2E9-441D-81EC-E72F553832AE}" sibTransId="{5C71CB2E-550C-4A47-AA5F-5AD4D576D82F}"/>
    <dgm:cxn modelId="{4DB4A263-D9E8-4164-B960-0796B4A932E7}" srcId="{3AE97502-9722-4C52-9DF1-15AEE197C597}" destId="{1FAD0936-7C98-4F53-860D-D4FF41D689F1}" srcOrd="1" destOrd="0" parTransId="{B67248BA-3237-4AE2-A2A6-324995B59DF4}" sibTransId="{BE50A2E6-9EA3-4D38-9D20-AC614E87BA03}"/>
    <dgm:cxn modelId="{CF65FD45-F4A5-48FE-B950-3E776E9F227A}" srcId="{3AE97502-9722-4C52-9DF1-15AEE197C597}" destId="{1D98B207-9E81-4167-B481-FD2D98B70E63}" srcOrd="0" destOrd="0" parTransId="{179971C3-AB4F-4395-A839-28D5D0DCF735}" sibTransId="{28EFAB71-D68D-4D17-98F9-13FC4F491550}"/>
    <dgm:cxn modelId="{0EAD9846-E59B-4D87-BCC6-4B1C5CA30984}" type="presOf" srcId="{10886EEC-9AB2-43BF-A4AF-67E967147A72}" destId="{87A42A06-A370-44BB-A987-CC10B0F7DBF6}" srcOrd="0" destOrd="0" presId="urn:microsoft.com/office/officeart/2005/8/layout/bProcess4"/>
    <dgm:cxn modelId="{C9A67667-A8D3-4573-BC85-6EE1FDF49F99}" type="presOf" srcId="{1607C6F1-7F51-4709-9D9D-C5213E087EB7}" destId="{0186F601-4ED0-493D-91DF-47CD7407BCE6}" srcOrd="0" destOrd="1" presId="urn:microsoft.com/office/officeart/2005/8/layout/bProcess4"/>
    <dgm:cxn modelId="{07390668-206B-497E-B0BB-459159D12FFB}" type="presOf" srcId="{09F97081-2AE0-427B-B261-41E4146E05D1}" destId="{522C7ABC-7518-412B-833F-F58B31599152}" srcOrd="0" destOrd="1" presId="urn:microsoft.com/office/officeart/2005/8/layout/bProcess4"/>
    <dgm:cxn modelId="{982F5748-AB10-48BB-B9AC-A03D98953D33}" srcId="{10886EEC-9AB2-43BF-A4AF-67E967147A72}" destId="{98CB82E5-7F94-4EFF-9D25-83B5EF2323FF}" srcOrd="0" destOrd="0" parTransId="{F2701591-30E6-4280-AD6C-18DE851409C5}" sibTransId="{830C6404-1EC4-4D4D-8466-B2B8900460D3}"/>
    <dgm:cxn modelId="{EEF7D34C-B691-4278-8582-B5826EA30C0D}" srcId="{241E984C-5826-4088-A783-17B6B42821B7}" destId="{1607C6F1-7F51-4709-9D9D-C5213E087EB7}" srcOrd="0" destOrd="0" parTransId="{A4E2D466-D02A-4478-B849-FBBA95D8220F}" sibTransId="{5BDF3A8F-1D4A-4CC7-8CB3-628A643C3AF8}"/>
    <dgm:cxn modelId="{2D442255-97A7-411B-852C-DF3C84676C1B}" type="presOf" srcId="{1FAD0936-7C98-4F53-860D-D4FF41D689F1}" destId="{19205AC7-DBB5-488E-8F51-5E76282C7FD0}" srcOrd="0" destOrd="0" presId="urn:microsoft.com/office/officeart/2005/8/layout/bProcess4"/>
    <dgm:cxn modelId="{C61A2C55-BA7D-4F71-B2A2-1E804AFA8A2D}" srcId="{3AE97502-9722-4C52-9DF1-15AEE197C597}" destId="{98E65300-5468-4848-9CFD-FDAE2B4A2E93}" srcOrd="6" destOrd="0" parTransId="{B110EBB8-8C3C-4E79-BC82-9C990AED16F9}" sibTransId="{DFF76400-504E-4EC6-865C-C07710D24E5A}"/>
    <dgm:cxn modelId="{FD78C889-533C-4500-8B97-74411A252EBD}" type="presOf" srcId="{CA5F483F-A46A-4E6B-9F07-C7E5936D30D6}" destId="{C2DB39C2-1DF2-407C-B141-E86562C1EEDC}" srcOrd="0" destOrd="0" presId="urn:microsoft.com/office/officeart/2005/8/layout/bProcess4"/>
    <dgm:cxn modelId="{F70A0F91-E5A3-4789-9726-6D73E37819DF}" type="presOf" srcId="{87190A8A-D8B4-474C-AD5B-6CB6AD4A505A}" destId="{87A42A06-A370-44BB-A987-CC10B0F7DBF6}" srcOrd="0" destOrd="2" presId="urn:microsoft.com/office/officeart/2005/8/layout/bProcess4"/>
    <dgm:cxn modelId="{12E1ED91-55B3-400D-94A2-1286A394E7BF}" type="presOf" srcId="{241E984C-5826-4088-A783-17B6B42821B7}" destId="{0186F601-4ED0-493D-91DF-47CD7407BCE6}" srcOrd="0" destOrd="0" presId="urn:microsoft.com/office/officeart/2005/8/layout/bProcess4"/>
    <dgm:cxn modelId="{208E9094-7FA1-4D25-B8CE-004479725405}" srcId="{95F7843B-2764-41C7-9ABC-AEEC4FDC600E}" destId="{0E13D9BE-5055-4609-814E-E232FDC72E4C}" srcOrd="0" destOrd="0" parTransId="{912C1F11-69E3-4365-8A35-44CC22DEDAEB}" sibTransId="{155D6B7E-BABB-4B0C-97A3-4EEEDD663BB7}"/>
    <dgm:cxn modelId="{9F2EA99F-3E82-4449-AD13-B15112DC5D08}" type="presOf" srcId="{EA5C2210-740A-4ACA-A2A2-9DD4EA4B9ABF}" destId="{096A5486-9BA7-4FE9-9644-07F530312A0B}" srcOrd="0" destOrd="0" presId="urn:microsoft.com/office/officeart/2005/8/layout/bProcess4"/>
    <dgm:cxn modelId="{FED937A4-934A-44F2-96ED-AC710A61664A}" srcId="{3AE97502-9722-4C52-9DF1-15AEE197C597}" destId="{F3FF9FF5-3831-492F-B0AB-77545E2D83B6}" srcOrd="3" destOrd="0" parTransId="{6B0F2059-19D3-4E4B-AD7E-DADF0A5294C7}" sibTransId="{4A02BFFF-CDD4-4E4A-B819-EEE4E76D45F9}"/>
    <dgm:cxn modelId="{BD127FA8-BB82-44A4-BD3A-480323E5E017}" type="presOf" srcId="{95F7843B-2764-41C7-9ABC-AEEC4FDC600E}" destId="{27936896-3E6D-45BE-A363-822F5E62F85B}" srcOrd="0" destOrd="0" presId="urn:microsoft.com/office/officeart/2005/8/layout/bProcess4"/>
    <dgm:cxn modelId="{0B5720B1-EB06-44C7-B935-C54FA9004CF0}" type="presOf" srcId="{DFF76400-504E-4EC6-865C-C07710D24E5A}" destId="{864A58B4-1299-4562-8E70-1FFE22770152}" srcOrd="0" destOrd="0" presId="urn:microsoft.com/office/officeart/2005/8/layout/bProcess4"/>
    <dgm:cxn modelId="{311546B5-4D0F-4B8C-AF1C-B0379C8B4B50}" type="presOf" srcId="{98CB82E5-7F94-4EFF-9D25-83B5EF2323FF}" destId="{87A42A06-A370-44BB-A987-CC10B0F7DBF6}" srcOrd="0" destOrd="1" presId="urn:microsoft.com/office/officeart/2005/8/layout/bProcess4"/>
    <dgm:cxn modelId="{D12A5AB7-C786-4F12-887B-3EF04C16923F}" type="presOf" srcId="{3AE97502-9722-4C52-9DF1-15AEE197C597}" destId="{112D1CAA-D395-41ED-9A75-164FD2BB37E1}" srcOrd="0" destOrd="0" presId="urn:microsoft.com/office/officeart/2005/8/layout/bProcess4"/>
    <dgm:cxn modelId="{D0C7D3B8-118C-4EC1-BEFE-474D5F6901CB}" type="presOf" srcId="{9F0F3B91-33E1-47ED-9CDE-B9620D6EDCCF}" destId="{9898C62D-213D-4A62-9476-96E0FD66E303}" srcOrd="0" destOrd="1" presId="urn:microsoft.com/office/officeart/2005/8/layout/bProcess4"/>
    <dgm:cxn modelId="{2BCE9BBD-3283-40B6-B60D-1BA7A8A7B656}" srcId="{3AE97502-9722-4C52-9DF1-15AEE197C597}" destId="{60C678A0-0797-4AEC-8E27-EE6B9D8BA508}" srcOrd="5" destOrd="0" parTransId="{5937851F-1559-44A4-8723-45A357A35A35}" sibTransId="{CA5F483F-A46A-4E6B-9F07-C7E5936D30D6}"/>
    <dgm:cxn modelId="{9C1F5CBE-2714-43FF-8DF1-65AB3BCA1D46}" type="presOf" srcId="{B9704839-1A99-46A2-8A3A-E0FE62E22C62}" destId="{45AB359D-001A-4D60-B44D-1DECCFCDACA5}" srcOrd="0" destOrd="0" presId="urn:microsoft.com/office/officeart/2005/8/layout/bProcess4"/>
    <dgm:cxn modelId="{D192CDBE-A674-46F4-B7D8-342F490AFEDE}" type="presOf" srcId="{4A02BFFF-CDD4-4E4A-B819-EEE4E76D45F9}" destId="{B7BB2392-BB5E-4DF1-BF99-7E7D560AD433}" srcOrd="0" destOrd="0" presId="urn:microsoft.com/office/officeart/2005/8/layout/bProcess4"/>
    <dgm:cxn modelId="{ED132DC0-ED8A-4629-9A55-6DAA26A6DCEF}" type="presOf" srcId="{ADFC9FFE-5440-4581-B999-728DA05044DD}" destId="{19205AC7-DBB5-488E-8F51-5E76282C7FD0}" srcOrd="0" destOrd="1" presId="urn:microsoft.com/office/officeart/2005/8/layout/bProcess4"/>
    <dgm:cxn modelId="{3D697BC5-9299-45EE-8F01-4B1C8A3F11F7}" type="presOf" srcId="{60C678A0-0797-4AEC-8E27-EE6B9D8BA508}" destId="{8FD1F347-C834-4A13-835D-94E4B115E8E4}" srcOrd="0" destOrd="0" presId="urn:microsoft.com/office/officeart/2005/8/layout/bProcess4"/>
    <dgm:cxn modelId="{E635BECD-FB8B-418B-82D4-46D5E5BDA283}" srcId="{60C678A0-0797-4AEC-8E27-EE6B9D8BA508}" destId="{FCA8F605-B9C7-4ED7-B280-59ACE3B511C5}" srcOrd="0" destOrd="0" parTransId="{F7B17ABA-DA91-44BD-9544-913EDE9342CF}" sibTransId="{C9425843-5C8F-4B42-856E-4197D83DC8B1}"/>
    <dgm:cxn modelId="{C66B47D3-55E2-4CA7-97EB-7D2F575DEE82}" srcId="{3AE97502-9722-4C52-9DF1-15AEE197C597}" destId="{241E984C-5826-4088-A783-17B6B42821B7}" srcOrd="4" destOrd="0" parTransId="{D668AA10-E80D-4E42-AE2D-D1341BAE28B7}" sibTransId="{EA5C2210-740A-4ACA-A2A2-9DD4EA4B9ABF}"/>
    <dgm:cxn modelId="{3C365DD5-A298-45DD-B829-8EE079DC2A4D}" srcId="{10886EEC-9AB2-43BF-A4AF-67E967147A72}" destId="{F0326096-EC9E-4823-9684-FC05D6C76BCF}" srcOrd="2" destOrd="0" parTransId="{4709660D-9B68-46FF-B97D-93CB83AE1AB1}" sibTransId="{A447AFE6-6639-4C6B-8A31-35FDB2A1548F}"/>
    <dgm:cxn modelId="{1BDD2FDC-2D94-4411-9E08-A56BABF028AA}" srcId="{95F7843B-2764-41C7-9ABC-AEEC4FDC600E}" destId="{FF0FA6BC-DF5B-4B31-95BD-A514189C6776}" srcOrd="1" destOrd="0" parTransId="{E0D509E6-712A-4ADE-B5F5-A2D764D20D78}" sibTransId="{53DA37FD-D9B0-4E66-8719-D941A5DD7FD6}"/>
    <dgm:cxn modelId="{7EF70ADD-82A1-4A21-93EF-65DC6A9FA68B}" type="presOf" srcId="{F63DABB0-FA3C-4C24-9894-AED61177DDB7}" destId="{45AB359D-001A-4D60-B44D-1DECCFCDACA5}" srcOrd="0" destOrd="2" presId="urn:microsoft.com/office/officeart/2005/8/layout/bProcess4"/>
    <dgm:cxn modelId="{93B3D4E2-087A-4566-BE4E-1EDEB71DAF94}" srcId="{1D98B207-9E81-4167-B481-FD2D98B70E63}" destId="{09F97081-2AE0-427B-B261-41E4146E05D1}" srcOrd="0" destOrd="0" parTransId="{42791815-9055-4145-8204-B13C672CD889}" sibTransId="{4BFC47A0-4847-4F60-9867-AC0C1FC060C8}"/>
    <dgm:cxn modelId="{47ED6DF1-5039-4F23-B487-E763502EBFBC}" type="presOf" srcId="{FCA8F605-B9C7-4ED7-B280-59ACE3B511C5}" destId="{8FD1F347-C834-4A13-835D-94E4B115E8E4}" srcOrd="0" destOrd="1" presId="urn:microsoft.com/office/officeart/2005/8/layout/bProcess4"/>
    <dgm:cxn modelId="{B5841AFA-DEEF-469B-8996-34E0E9CAECCF}" srcId="{3AE97502-9722-4C52-9DF1-15AEE197C597}" destId="{95F7843B-2764-41C7-9ABC-AEEC4FDC600E}" srcOrd="7" destOrd="0" parTransId="{804CBF1A-D161-4460-8449-02BDBBBC0A35}" sibTransId="{727272E4-78B1-4139-AF4E-45BD638F3CAF}"/>
    <dgm:cxn modelId="{25A11BFF-B784-4A74-8431-AF384DB859F9}" type="presOf" srcId="{F3FF9FF5-3831-492F-B0AB-77545E2D83B6}" destId="{F2649B02-3072-44F9-9533-AF554899A956}" srcOrd="0" destOrd="0" presId="urn:microsoft.com/office/officeart/2005/8/layout/bProcess4"/>
    <dgm:cxn modelId="{4AB87424-18B2-4BE7-B323-F650168FA213}" type="presParOf" srcId="{112D1CAA-D395-41ED-9A75-164FD2BB37E1}" destId="{F536D01B-B6EB-4EA9-B54E-E3B2758EF36F}" srcOrd="0" destOrd="0" presId="urn:microsoft.com/office/officeart/2005/8/layout/bProcess4"/>
    <dgm:cxn modelId="{06D67117-9526-4F3A-9283-877F9B8C5326}" type="presParOf" srcId="{F536D01B-B6EB-4EA9-B54E-E3B2758EF36F}" destId="{0353605B-F57D-46EB-80F5-D5FB31386986}" srcOrd="0" destOrd="0" presId="urn:microsoft.com/office/officeart/2005/8/layout/bProcess4"/>
    <dgm:cxn modelId="{E153FAFF-0848-44BD-873E-5DAB234BBD6C}" type="presParOf" srcId="{F536D01B-B6EB-4EA9-B54E-E3B2758EF36F}" destId="{522C7ABC-7518-412B-833F-F58B31599152}" srcOrd="1" destOrd="0" presId="urn:microsoft.com/office/officeart/2005/8/layout/bProcess4"/>
    <dgm:cxn modelId="{DF63A406-E599-4D0F-8995-4ABCB0CB061A}" type="presParOf" srcId="{112D1CAA-D395-41ED-9A75-164FD2BB37E1}" destId="{F3399CE2-C13F-47B3-AC43-76BD96AB85CB}" srcOrd="1" destOrd="0" presId="urn:microsoft.com/office/officeart/2005/8/layout/bProcess4"/>
    <dgm:cxn modelId="{FBBDAF70-C5A9-4096-A7AA-D1A196712FC9}" type="presParOf" srcId="{112D1CAA-D395-41ED-9A75-164FD2BB37E1}" destId="{4A1D4AD7-BD26-4DFF-BD10-108B6761DA49}" srcOrd="2" destOrd="0" presId="urn:microsoft.com/office/officeart/2005/8/layout/bProcess4"/>
    <dgm:cxn modelId="{9CE5921F-7442-4645-B22A-7B458A8C4730}" type="presParOf" srcId="{4A1D4AD7-BD26-4DFF-BD10-108B6761DA49}" destId="{89D8A8DC-2DA5-4922-9DF7-711215468F24}" srcOrd="0" destOrd="0" presId="urn:microsoft.com/office/officeart/2005/8/layout/bProcess4"/>
    <dgm:cxn modelId="{08FB6384-2FC1-46BE-AB7D-8D73950799A7}" type="presParOf" srcId="{4A1D4AD7-BD26-4DFF-BD10-108B6761DA49}" destId="{19205AC7-DBB5-488E-8F51-5E76282C7FD0}" srcOrd="1" destOrd="0" presId="urn:microsoft.com/office/officeart/2005/8/layout/bProcess4"/>
    <dgm:cxn modelId="{47B9EAC4-3E52-465C-B926-5AC1BA8EAC7B}" type="presParOf" srcId="{112D1CAA-D395-41ED-9A75-164FD2BB37E1}" destId="{37AFA178-22A8-4683-97D1-5B556534F0BA}" srcOrd="3" destOrd="0" presId="urn:microsoft.com/office/officeart/2005/8/layout/bProcess4"/>
    <dgm:cxn modelId="{3AF13A7F-E258-4FC7-848C-638412106358}" type="presParOf" srcId="{112D1CAA-D395-41ED-9A75-164FD2BB37E1}" destId="{F2760F4E-7FD1-4CB1-8393-90BD8B878891}" srcOrd="4" destOrd="0" presId="urn:microsoft.com/office/officeart/2005/8/layout/bProcess4"/>
    <dgm:cxn modelId="{02BCD32E-5707-4E36-AC02-6EA3E6A0273E}" type="presParOf" srcId="{F2760F4E-7FD1-4CB1-8393-90BD8B878891}" destId="{739E0ADC-E116-4BDF-987E-12E17766CADD}" srcOrd="0" destOrd="0" presId="urn:microsoft.com/office/officeart/2005/8/layout/bProcess4"/>
    <dgm:cxn modelId="{7A566FBD-9F79-4D27-A0FD-05D36545980B}" type="presParOf" srcId="{F2760F4E-7FD1-4CB1-8393-90BD8B878891}" destId="{45AB359D-001A-4D60-B44D-1DECCFCDACA5}" srcOrd="1" destOrd="0" presId="urn:microsoft.com/office/officeart/2005/8/layout/bProcess4"/>
    <dgm:cxn modelId="{D1CC92DB-70CD-4D5A-B07E-DC2513297186}" type="presParOf" srcId="{112D1CAA-D395-41ED-9A75-164FD2BB37E1}" destId="{AEA8BDC5-C509-499B-B561-7BEF1A1CC871}" srcOrd="5" destOrd="0" presId="urn:microsoft.com/office/officeart/2005/8/layout/bProcess4"/>
    <dgm:cxn modelId="{CCB61BED-9636-4906-9748-537F64F68842}" type="presParOf" srcId="{112D1CAA-D395-41ED-9A75-164FD2BB37E1}" destId="{A4C950BA-7769-4FC8-8A90-FFA0B6DC0147}" srcOrd="6" destOrd="0" presId="urn:microsoft.com/office/officeart/2005/8/layout/bProcess4"/>
    <dgm:cxn modelId="{B7620512-9BAA-4B73-B65F-A48A092B6BC0}" type="presParOf" srcId="{A4C950BA-7769-4FC8-8A90-FFA0B6DC0147}" destId="{FD886DE4-B646-49EC-AAD6-85C079BAB250}" srcOrd="0" destOrd="0" presId="urn:microsoft.com/office/officeart/2005/8/layout/bProcess4"/>
    <dgm:cxn modelId="{86A3B415-2E9D-402F-95BB-32EFCC45DDE5}" type="presParOf" srcId="{A4C950BA-7769-4FC8-8A90-FFA0B6DC0147}" destId="{F2649B02-3072-44F9-9533-AF554899A956}" srcOrd="1" destOrd="0" presId="urn:microsoft.com/office/officeart/2005/8/layout/bProcess4"/>
    <dgm:cxn modelId="{467C5B61-37B5-4AC8-B3B9-BB499735485E}" type="presParOf" srcId="{112D1CAA-D395-41ED-9A75-164FD2BB37E1}" destId="{B7BB2392-BB5E-4DF1-BF99-7E7D560AD433}" srcOrd="7" destOrd="0" presId="urn:microsoft.com/office/officeart/2005/8/layout/bProcess4"/>
    <dgm:cxn modelId="{490A0E25-6FF5-4542-B63D-2995FE553406}" type="presParOf" srcId="{112D1CAA-D395-41ED-9A75-164FD2BB37E1}" destId="{73655090-BBA1-4972-B6CD-9E4A364E0C55}" srcOrd="8" destOrd="0" presId="urn:microsoft.com/office/officeart/2005/8/layout/bProcess4"/>
    <dgm:cxn modelId="{0A0CBAFD-D0F1-4610-AE4A-5BC1686D4F7B}" type="presParOf" srcId="{73655090-BBA1-4972-B6CD-9E4A364E0C55}" destId="{303F1923-CF06-465A-9407-05E13B1BA033}" srcOrd="0" destOrd="0" presId="urn:microsoft.com/office/officeart/2005/8/layout/bProcess4"/>
    <dgm:cxn modelId="{FA055184-F8B3-4144-9F36-1ACDF67E913D}" type="presParOf" srcId="{73655090-BBA1-4972-B6CD-9E4A364E0C55}" destId="{0186F601-4ED0-493D-91DF-47CD7407BCE6}" srcOrd="1" destOrd="0" presId="urn:microsoft.com/office/officeart/2005/8/layout/bProcess4"/>
    <dgm:cxn modelId="{FC61F9ED-BED3-4BF3-9BF9-9E6D714A4B90}" type="presParOf" srcId="{112D1CAA-D395-41ED-9A75-164FD2BB37E1}" destId="{096A5486-9BA7-4FE9-9644-07F530312A0B}" srcOrd="9" destOrd="0" presId="urn:microsoft.com/office/officeart/2005/8/layout/bProcess4"/>
    <dgm:cxn modelId="{F6C0F0D6-B486-4114-8F45-466BD640A3E7}" type="presParOf" srcId="{112D1CAA-D395-41ED-9A75-164FD2BB37E1}" destId="{3050C2BA-AC02-48B8-997C-AD7247B6717A}" srcOrd="10" destOrd="0" presId="urn:microsoft.com/office/officeart/2005/8/layout/bProcess4"/>
    <dgm:cxn modelId="{719DA8F9-565B-4A4B-A63F-0ED5CB2347C5}" type="presParOf" srcId="{3050C2BA-AC02-48B8-997C-AD7247B6717A}" destId="{B3A91D22-6360-4D9F-BCE3-4CFC823C581A}" srcOrd="0" destOrd="0" presId="urn:microsoft.com/office/officeart/2005/8/layout/bProcess4"/>
    <dgm:cxn modelId="{B55877F4-0928-4601-8F7C-64378EE01D4F}" type="presParOf" srcId="{3050C2BA-AC02-48B8-997C-AD7247B6717A}" destId="{8FD1F347-C834-4A13-835D-94E4B115E8E4}" srcOrd="1" destOrd="0" presId="urn:microsoft.com/office/officeart/2005/8/layout/bProcess4"/>
    <dgm:cxn modelId="{B0C9FDD6-281F-4901-8B88-3911F8A17197}" type="presParOf" srcId="{112D1CAA-D395-41ED-9A75-164FD2BB37E1}" destId="{C2DB39C2-1DF2-407C-B141-E86562C1EEDC}" srcOrd="11" destOrd="0" presId="urn:microsoft.com/office/officeart/2005/8/layout/bProcess4"/>
    <dgm:cxn modelId="{6DCA7B01-97E0-4498-A9B4-B5ACF3740DE3}" type="presParOf" srcId="{112D1CAA-D395-41ED-9A75-164FD2BB37E1}" destId="{12406B2E-CD4A-4862-988E-E2B886B21650}" srcOrd="12" destOrd="0" presId="urn:microsoft.com/office/officeart/2005/8/layout/bProcess4"/>
    <dgm:cxn modelId="{124A2F26-80FA-4143-802B-BD9714910FF3}" type="presParOf" srcId="{12406B2E-CD4A-4862-988E-E2B886B21650}" destId="{34939C88-CDF9-4F23-91A5-DF47F9EC5F39}" srcOrd="0" destOrd="0" presId="urn:microsoft.com/office/officeart/2005/8/layout/bProcess4"/>
    <dgm:cxn modelId="{6A5EF268-0508-4D5D-BE73-481B5E487220}" type="presParOf" srcId="{12406B2E-CD4A-4862-988E-E2B886B21650}" destId="{9898C62D-213D-4A62-9476-96E0FD66E303}" srcOrd="1" destOrd="0" presId="urn:microsoft.com/office/officeart/2005/8/layout/bProcess4"/>
    <dgm:cxn modelId="{A5D9EBCD-AAB3-40E8-9478-38037A1456B9}" type="presParOf" srcId="{112D1CAA-D395-41ED-9A75-164FD2BB37E1}" destId="{864A58B4-1299-4562-8E70-1FFE22770152}" srcOrd="13" destOrd="0" presId="urn:microsoft.com/office/officeart/2005/8/layout/bProcess4"/>
    <dgm:cxn modelId="{2F6F0670-58B8-410F-92E5-9947D6DC04AA}" type="presParOf" srcId="{112D1CAA-D395-41ED-9A75-164FD2BB37E1}" destId="{00FD8486-8257-4668-99CD-34D851182985}" srcOrd="14" destOrd="0" presId="urn:microsoft.com/office/officeart/2005/8/layout/bProcess4"/>
    <dgm:cxn modelId="{1A26CFE9-9359-4A03-BA94-09F530E233EB}" type="presParOf" srcId="{00FD8486-8257-4668-99CD-34D851182985}" destId="{12B0D3DC-E3FA-4255-9DA5-C82665798CDB}" srcOrd="0" destOrd="0" presId="urn:microsoft.com/office/officeart/2005/8/layout/bProcess4"/>
    <dgm:cxn modelId="{A058A051-083B-454D-B172-70A6D20BC1D3}" type="presParOf" srcId="{00FD8486-8257-4668-99CD-34D851182985}" destId="{27936896-3E6D-45BE-A363-822F5E62F85B}" srcOrd="1" destOrd="0" presId="urn:microsoft.com/office/officeart/2005/8/layout/bProcess4"/>
    <dgm:cxn modelId="{CBAB7521-6C74-45D4-BC5A-DDA10840E16F}" type="presParOf" srcId="{112D1CAA-D395-41ED-9A75-164FD2BB37E1}" destId="{EC5E0C28-B80B-479E-B512-EB6114FA657A}" srcOrd="15" destOrd="0" presId="urn:microsoft.com/office/officeart/2005/8/layout/bProcess4"/>
    <dgm:cxn modelId="{D7C77331-F89B-411C-946F-E57730074413}" type="presParOf" srcId="{112D1CAA-D395-41ED-9A75-164FD2BB37E1}" destId="{58C99A23-4789-4555-BB40-E81ADABB768E}" srcOrd="16" destOrd="0" presId="urn:microsoft.com/office/officeart/2005/8/layout/bProcess4"/>
    <dgm:cxn modelId="{3285BA8D-44D3-4D06-845D-8D78ADFDCF4E}" type="presParOf" srcId="{58C99A23-4789-4555-BB40-E81ADABB768E}" destId="{F5CBC0A0-D50B-43EA-B67D-90F93E8AF1A7}" srcOrd="0" destOrd="0" presId="urn:microsoft.com/office/officeart/2005/8/layout/bProcess4"/>
    <dgm:cxn modelId="{3621EC14-040F-4B82-8E02-D37033F28593}" type="presParOf" srcId="{58C99A23-4789-4555-BB40-E81ADABB768E}" destId="{87A42A06-A370-44BB-A987-CC10B0F7DBF6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62F73C-39B3-428F-9284-98725730645B}">
      <dgm:prSet phldrT="[Text]"/>
      <dgm:spPr/>
      <dgm:t>
        <a:bodyPr/>
        <a:lstStyle/>
        <a:p>
          <a:r>
            <a:rPr lang="en-US" dirty="0"/>
            <a:t>9</a:t>
          </a:r>
        </a:p>
      </dgm:t>
    </dgm:pt>
    <dgm:pt modelId="{4C24E029-F73F-4B58-86D4-73606636BC2C}" type="parTrans" cxnId="{BD3D25B3-99C6-4215-923B-6D0617532C36}">
      <dgm:prSet/>
      <dgm:spPr/>
      <dgm:t>
        <a:bodyPr/>
        <a:lstStyle/>
        <a:p>
          <a:endParaRPr lang="en-US"/>
        </a:p>
      </dgm:t>
    </dgm:pt>
    <dgm:pt modelId="{EB9EA278-CC09-426C-94E5-FB9705221FCB}" type="sibTrans" cxnId="{BD3D25B3-99C6-4215-923B-6D0617532C36}">
      <dgm:prSet/>
      <dgm:spPr/>
      <dgm:t>
        <a:bodyPr/>
        <a:lstStyle/>
        <a:p>
          <a:endParaRPr lang="en-US"/>
        </a:p>
      </dgm:t>
    </dgm:pt>
    <dgm:pt modelId="{AE8C7F3C-2450-4187-A834-B68CABF3EE22}">
      <dgm:prSet/>
      <dgm:spPr/>
      <dgm:t>
        <a:bodyPr/>
        <a:lstStyle/>
        <a:p>
          <a:r>
            <a:rPr lang="en-US" dirty="0"/>
            <a:t>Number Z slices A647 with depth of focus step sizes</a:t>
          </a:r>
        </a:p>
      </dgm:t>
    </dgm:pt>
    <dgm:pt modelId="{57C43783-5699-4166-8CBD-DF5994280A83}" type="parTrans" cxnId="{34256D54-45AA-46FD-AB7A-A5AECF0A9D0B}">
      <dgm:prSet/>
      <dgm:spPr/>
      <dgm:t>
        <a:bodyPr/>
        <a:lstStyle/>
        <a:p>
          <a:endParaRPr lang="en-US"/>
        </a:p>
      </dgm:t>
    </dgm:pt>
    <dgm:pt modelId="{B0BFD6F7-088D-4FEF-A0BE-9F7AFFE210A9}" type="sibTrans" cxnId="{34256D54-45AA-46FD-AB7A-A5AECF0A9D0B}">
      <dgm:prSet/>
      <dgm:spPr/>
      <dgm:t>
        <a:bodyPr/>
        <a:lstStyle/>
        <a:p>
          <a:endParaRPr lang="en-US"/>
        </a:p>
      </dgm:t>
    </dgm:pt>
    <dgm:pt modelId="{0EA86E49-E858-41CE-8D43-97A08FE90A37}">
      <dgm:prSet phldrT="[Text]"/>
      <dgm:spPr/>
      <dgm:t>
        <a:bodyPr/>
        <a:lstStyle/>
        <a:p>
          <a:r>
            <a:rPr lang="en-US" dirty="0"/>
            <a:t>8</a:t>
          </a:r>
        </a:p>
      </dgm:t>
    </dgm:pt>
    <dgm:pt modelId="{6FB4378A-EEC9-461D-B415-84AD0E9053CE}" type="parTrans" cxnId="{5AFA6472-2AB6-4E16-840D-EA52D5F57D3A}">
      <dgm:prSet/>
      <dgm:spPr/>
      <dgm:t>
        <a:bodyPr/>
        <a:lstStyle/>
        <a:p>
          <a:endParaRPr lang="en-US"/>
        </a:p>
      </dgm:t>
    </dgm:pt>
    <dgm:pt modelId="{5B545F06-B24E-44DD-A2DF-A45B35247BB4}" type="sibTrans" cxnId="{5AFA6472-2AB6-4E16-840D-EA52D5F57D3A}">
      <dgm:prSet/>
      <dgm:spPr/>
      <dgm:t>
        <a:bodyPr/>
        <a:lstStyle/>
        <a:p>
          <a:endParaRPr lang="en-US"/>
        </a:p>
      </dgm:t>
    </dgm:pt>
    <dgm:pt modelId="{3BF2C142-4F28-4E87-9081-45691229DFC9}">
      <dgm:prSet phldrT="[Text]"/>
      <dgm:spPr/>
      <dgm:t>
        <a:bodyPr/>
        <a:lstStyle/>
        <a:p>
          <a:r>
            <a:rPr lang="en-US" dirty="0"/>
            <a:t>Top Z position A647</a:t>
          </a:r>
        </a:p>
      </dgm:t>
    </dgm:pt>
    <dgm:pt modelId="{183E724E-C25B-4E96-BB5F-465D28592BD9}" type="parTrans" cxnId="{B8D36E50-4789-4E0B-BC10-D584B053D0F6}">
      <dgm:prSet/>
      <dgm:spPr/>
      <dgm:t>
        <a:bodyPr/>
        <a:lstStyle/>
        <a:p>
          <a:endParaRPr lang="en-US"/>
        </a:p>
      </dgm:t>
    </dgm:pt>
    <dgm:pt modelId="{0139B7EC-1C99-48D0-B6AA-D9CC66A3E6AD}" type="sibTrans" cxnId="{B8D36E50-4789-4E0B-BC10-D584B053D0F6}">
      <dgm:prSet/>
      <dgm:spPr/>
      <dgm:t>
        <a:bodyPr/>
        <a:lstStyle/>
        <a:p>
          <a:endParaRPr lang="en-US"/>
        </a:p>
      </dgm:t>
    </dgm:pt>
    <dgm:pt modelId="{07A14C35-96C2-4FFD-ACFD-3A88BD1DA94C}">
      <dgm:prSet phldrT="[Text]"/>
      <dgm:spPr/>
      <dgm:t>
        <a:bodyPr/>
        <a:lstStyle/>
        <a:p>
          <a:r>
            <a:rPr lang="en-US" dirty="0"/>
            <a:t>7</a:t>
          </a:r>
        </a:p>
      </dgm:t>
    </dgm:pt>
    <dgm:pt modelId="{DEDA2874-FC48-4B8D-9607-6E36EE4EDC7A}" type="parTrans" cxnId="{4AD9C709-23A1-4056-A9AE-A1DC860C3E64}">
      <dgm:prSet/>
      <dgm:spPr/>
      <dgm:t>
        <a:bodyPr/>
        <a:lstStyle/>
        <a:p>
          <a:endParaRPr lang="en-US"/>
        </a:p>
      </dgm:t>
    </dgm:pt>
    <dgm:pt modelId="{00678DCC-CDB3-4E02-A74E-299767509B2C}" type="sibTrans" cxnId="{4AD9C709-23A1-4056-A9AE-A1DC860C3E64}">
      <dgm:prSet/>
      <dgm:spPr/>
      <dgm:t>
        <a:bodyPr/>
        <a:lstStyle/>
        <a:p>
          <a:endParaRPr lang="en-US"/>
        </a:p>
      </dgm:t>
    </dgm:pt>
    <dgm:pt modelId="{E7F86EF7-6DB4-4C76-8ED2-2F26C7863E76}">
      <dgm:prSet/>
      <dgm:spPr/>
      <dgm:t>
        <a:bodyPr/>
        <a:lstStyle/>
        <a:p>
          <a:r>
            <a:rPr lang="en-US" dirty="0"/>
            <a:t>Number Z slices A555 with depth of focus step sizes</a:t>
          </a:r>
        </a:p>
      </dgm:t>
    </dgm:pt>
    <dgm:pt modelId="{E4FFDEF2-813A-4E1A-9414-BE82A938685A}" type="parTrans" cxnId="{0ECD2F01-5E2A-4529-A8A7-3C63957120CC}">
      <dgm:prSet/>
      <dgm:spPr/>
      <dgm:t>
        <a:bodyPr/>
        <a:lstStyle/>
        <a:p>
          <a:endParaRPr lang="en-US"/>
        </a:p>
      </dgm:t>
    </dgm:pt>
    <dgm:pt modelId="{DED5094A-6258-40B0-83C1-AA2084EA6132}" type="sibTrans" cxnId="{0ECD2F01-5E2A-4529-A8A7-3C63957120CC}">
      <dgm:prSet/>
      <dgm:spPr/>
      <dgm:t>
        <a:bodyPr/>
        <a:lstStyle/>
        <a:p>
          <a:endParaRPr lang="en-US"/>
        </a:p>
      </dgm:t>
    </dgm:pt>
    <dgm:pt modelId="{1AD8BBF2-5518-453B-A550-3E7FA8C485B6}">
      <dgm:prSet/>
      <dgm:spPr/>
      <dgm:t>
        <a:bodyPr/>
        <a:lstStyle/>
        <a:p>
          <a:r>
            <a:rPr lang="en-US" dirty="0"/>
            <a:t>6</a:t>
          </a:r>
        </a:p>
      </dgm:t>
    </dgm:pt>
    <dgm:pt modelId="{DDA9ED82-BF45-47F6-A1E3-825A433700A7}" type="parTrans" cxnId="{C026EE0F-3EC0-44CE-A6B3-1EE86F54462E}">
      <dgm:prSet/>
      <dgm:spPr/>
      <dgm:t>
        <a:bodyPr/>
        <a:lstStyle/>
        <a:p>
          <a:endParaRPr lang="en-US"/>
        </a:p>
      </dgm:t>
    </dgm:pt>
    <dgm:pt modelId="{8B4762E4-E3A1-4FDF-A8CC-E606ECE0D740}" type="sibTrans" cxnId="{C026EE0F-3EC0-44CE-A6B3-1EE86F54462E}">
      <dgm:prSet/>
      <dgm:spPr/>
      <dgm:t>
        <a:bodyPr/>
        <a:lstStyle/>
        <a:p>
          <a:endParaRPr lang="en-US"/>
        </a:p>
      </dgm:t>
    </dgm:pt>
    <dgm:pt modelId="{6687B58C-7FED-4E13-8181-3B695C44E832}">
      <dgm:prSet/>
      <dgm:spPr/>
      <dgm:t>
        <a:bodyPr/>
        <a:lstStyle/>
        <a:p>
          <a:r>
            <a:rPr lang="en-US" dirty="0"/>
            <a:t>5</a:t>
          </a:r>
        </a:p>
      </dgm:t>
    </dgm:pt>
    <dgm:pt modelId="{777FF716-64E6-4784-8146-C9F4CCA8EB7D}" type="parTrans" cxnId="{703C686B-2862-4EF4-BF96-3997F381B24D}">
      <dgm:prSet/>
      <dgm:spPr/>
      <dgm:t>
        <a:bodyPr/>
        <a:lstStyle/>
        <a:p>
          <a:endParaRPr lang="en-US"/>
        </a:p>
      </dgm:t>
    </dgm:pt>
    <dgm:pt modelId="{D8FA8046-662C-43DC-A603-FDE066D76FE0}" type="sibTrans" cxnId="{703C686B-2862-4EF4-BF96-3997F381B24D}">
      <dgm:prSet/>
      <dgm:spPr/>
      <dgm:t>
        <a:bodyPr/>
        <a:lstStyle/>
        <a:p>
          <a:endParaRPr lang="en-US"/>
        </a:p>
      </dgm:t>
    </dgm:pt>
    <dgm:pt modelId="{983C3A0F-4CC3-4C0C-BF60-57DF46D0D91F}">
      <dgm:prSet/>
      <dgm:spPr/>
      <dgm:t>
        <a:bodyPr/>
        <a:lstStyle/>
        <a:p>
          <a:r>
            <a:rPr lang="en-US" dirty="0"/>
            <a:t>4</a:t>
          </a:r>
        </a:p>
      </dgm:t>
    </dgm:pt>
    <dgm:pt modelId="{A991E67A-AD0B-443F-B7C9-390262482384}" type="parTrans" cxnId="{A7DB2FEA-1B14-423F-AC5D-A93828C4C428}">
      <dgm:prSet/>
      <dgm:spPr/>
      <dgm:t>
        <a:bodyPr/>
        <a:lstStyle/>
        <a:p>
          <a:endParaRPr lang="en-US"/>
        </a:p>
      </dgm:t>
    </dgm:pt>
    <dgm:pt modelId="{526F4B0F-6DD3-49A2-BE66-A78CA05C246E}" type="sibTrans" cxnId="{A7DB2FEA-1B14-423F-AC5D-A93828C4C428}">
      <dgm:prSet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X positions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Y positions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Top Z position DAPI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Number Z slices DAPI with depth of focus step sizes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CF0F09B6-A30D-43E6-93CC-ACC024D1B0A9}">
      <dgm:prSet/>
      <dgm:spPr/>
      <dgm:t>
        <a:bodyPr/>
        <a:lstStyle/>
        <a:p>
          <a:r>
            <a:rPr lang="en-US" dirty="0"/>
            <a:t>Number Z slices A488 with depth of focus step sizes</a:t>
          </a:r>
        </a:p>
      </dgm:t>
    </dgm:pt>
    <dgm:pt modelId="{6730DA48-AEDC-46F9-ABFF-89F2C065A1A4}" type="parTrans" cxnId="{62E11E56-A2A1-4048-B8E1-9493A61A9913}">
      <dgm:prSet/>
      <dgm:spPr/>
      <dgm:t>
        <a:bodyPr/>
        <a:lstStyle/>
        <a:p>
          <a:endParaRPr lang="en-US"/>
        </a:p>
      </dgm:t>
    </dgm:pt>
    <dgm:pt modelId="{ADC532A4-8D48-46B3-982F-1581730D16BE}" type="sibTrans" cxnId="{62E11E56-A2A1-4048-B8E1-9493A61A9913}">
      <dgm:prSet/>
      <dgm:spPr/>
      <dgm:t>
        <a:bodyPr/>
        <a:lstStyle/>
        <a:p>
          <a:endParaRPr lang="en-US"/>
        </a:p>
      </dgm:t>
    </dgm:pt>
    <dgm:pt modelId="{BC3AF494-F305-4FD5-B04B-EF9F61936E59}">
      <dgm:prSet/>
      <dgm:spPr/>
      <dgm:t>
        <a:bodyPr/>
        <a:lstStyle/>
        <a:p>
          <a:r>
            <a:rPr lang="en-US" dirty="0"/>
            <a:t>Top Z position A555</a:t>
          </a:r>
        </a:p>
      </dgm:t>
    </dgm:pt>
    <dgm:pt modelId="{4F95183D-9451-469E-802D-9732DB828DAE}" type="parTrans" cxnId="{1C7080AD-830B-4869-8452-F2BF1F8B821F}">
      <dgm:prSet/>
      <dgm:spPr/>
      <dgm:t>
        <a:bodyPr/>
        <a:lstStyle/>
        <a:p>
          <a:endParaRPr lang="en-US"/>
        </a:p>
      </dgm:t>
    </dgm:pt>
    <dgm:pt modelId="{5E0E71AB-D653-4CBD-A1E3-4424370E2776}" type="sibTrans" cxnId="{1C7080AD-830B-4869-8452-F2BF1F8B821F}">
      <dgm:prSet/>
      <dgm:spPr/>
      <dgm:t>
        <a:bodyPr/>
        <a:lstStyle/>
        <a:p>
          <a:endParaRPr lang="en-US"/>
        </a:p>
      </dgm:t>
    </dgm:pt>
    <dgm:pt modelId="{AEC05D31-F8A6-485B-A3C9-EA86D589F88C}">
      <dgm:prSet/>
      <dgm:spPr/>
      <dgm:t>
        <a:bodyPr/>
        <a:lstStyle/>
        <a:p>
          <a:r>
            <a:rPr lang="en-US" dirty="0"/>
            <a:t>Top Z position A488</a:t>
          </a:r>
        </a:p>
      </dgm:t>
    </dgm:pt>
    <dgm:pt modelId="{C169B256-4B63-4601-829E-9F3FD5F78113}" type="parTrans" cxnId="{CF12B55C-3214-42F6-B8B4-6A255DF55B78}">
      <dgm:prSet/>
      <dgm:spPr/>
      <dgm:t>
        <a:bodyPr/>
        <a:lstStyle/>
        <a:p>
          <a:endParaRPr lang="en-US"/>
        </a:p>
      </dgm:t>
    </dgm:pt>
    <dgm:pt modelId="{31F340C9-8A89-4781-A88E-BCBD035E26DB}" type="sibTrans" cxnId="{CF12B55C-3214-42F6-B8B4-6A255DF55B78}">
      <dgm:prSet/>
      <dgm:spPr/>
      <dgm:t>
        <a:bodyPr/>
        <a:lstStyle/>
        <a:p>
          <a:endParaRPr lang="en-US"/>
        </a:p>
      </dgm:t>
    </dgm:pt>
    <dgm:pt modelId="{91FE08E5-D0B0-4A32-AD9B-5986F438BA14}">
      <dgm:prSet phldrT="[Text]"/>
      <dgm:spPr/>
      <dgm:t>
        <a:bodyPr/>
        <a:lstStyle/>
        <a:p>
          <a:r>
            <a:rPr lang="en-US" dirty="0"/>
            <a:t>10</a:t>
          </a:r>
        </a:p>
      </dgm:t>
    </dgm:pt>
    <dgm:pt modelId="{986E5DF1-1BE2-4A77-B4F4-CDFAA68B8352}" type="parTrans" cxnId="{9C8E5F69-5D10-4A0A-B134-B17B959A7A53}">
      <dgm:prSet/>
      <dgm:spPr/>
      <dgm:t>
        <a:bodyPr/>
        <a:lstStyle/>
        <a:p>
          <a:endParaRPr lang="en-US"/>
        </a:p>
      </dgm:t>
    </dgm:pt>
    <dgm:pt modelId="{4AAFD291-9C0B-4CEF-B766-DF8494E81A43}" type="sibTrans" cxnId="{9C8E5F69-5D10-4A0A-B134-B17B959A7A53}">
      <dgm:prSet/>
      <dgm:spPr/>
      <dgm:t>
        <a:bodyPr/>
        <a:lstStyle/>
        <a:p>
          <a:endParaRPr lang="en-US"/>
        </a:p>
      </dgm:t>
    </dgm:pt>
    <dgm:pt modelId="{ACEBF377-66AF-4F4E-93C6-C8C507EEADF4}">
      <dgm:prSet phldrT="[Text]"/>
      <dgm:spPr/>
      <dgm:t>
        <a:bodyPr/>
        <a:lstStyle/>
        <a:p>
          <a:r>
            <a:rPr lang="en-US"/>
            <a:t>Top Z position A647</a:t>
          </a:r>
          <a:endParaRPr lang="en-US" dirty="0"/>
        </a:p>
      </dgm:t>
    </dgm:pt>
    <dgm:pt modelId="{2E4F8C34-6D0B-473E-8F20-FB332B780822}" type="parTrans" cxnId="{F1BEF9F9-3A8B-4E85-A067-9F2631B7213F}">
      <dgm:prSet/>
      <dgm:spPr/>
      <dgm:t>
        <a:bodyPr/>
        <a:lstStyle/>
        <a:p>
          <a:endParaRPr lang="en-US"/>
        </a:p>
      </dgm:t>
    </dgm:pt>
    <dgm:pt modelId="{8665254A-79ED-4C61-BE91-A8DBE5DEB98C}" type="sibTrans" cxnId="{F1BEF9F9-3A8B-4E85-A067-9F2631B7213F}">
      <dgm:prSet/>
      <dgm:spPr/>
      <dgm:t>
        <a:bodyPr/>
        <a:lstStyle/>
        <a:p>
          <a:endParaRPr lang="en-US"/>
        </a:p>
      </dgm:t>
    </dgm:pt>
    <dgm:pt modelId="{5688624E-314A-43A9-9E5F-69EBD853F1ED}">
      <dgm:prSet/>
      <dgm:spPr/>
      <dgm:t>
        <a:bodyPr/>
        <a:lstStyle/>
        <a:p>
          <a:r>
            <a:rPr lang="en-US" dirty="0"/>
            <a:t>12</a:t>
          </a:r>
        </a:p>
      </dgm:t>
    </dgm:pt>
    <dgm:pt modelId="{E00C8D54-BE95-45E3-8E05-55442F30C1FD}" type="parTrans" cxnId="{BF87B50E-6723-4F55-BEF0-595A5C605226}">
      <dgm:prSet/>
      <dgm:spPr/>
      <dgm:t>
        <a:bodyPr/>
        <a:lstStyle/>
        <a:p>
          <a:endParaRPr lang="en-US"/>
        </a:p>
      </dgm:t>
    </dgm:pt>
    <dgm:pt modelId="{E30F4295-8BE6-4AC5-8BA1-1CECD5B64619}" type="sibTrans" cxnId="{BF87B50E-6723-4F55-BEF0-595A5C605226}">
      <dgm:prSet/>
      <dgm:spPr/>
      <dgm:t>
        <a:bodyPr/>
        <a:lstStyle/>
        <a:p>
          <a:endParaRPr lang="en-US"/>
        </a:p>
      </dgm:t>
    </dgm:pt>
    <dgm:pt modelId="{D62B1B85-31BA-4EE1-A240-AA5907A9BE05}">
      <dgm:prSet/>
      <dgm:spPr/>
      <dgm:t>
        <a:bodyPr/>
        <a:lstStyle/>
        <a:p>
          <a:r>
            <a:rPr lang="en-US" dirty="0"/>
            <a:t>Number Z slices A647 with depth of focus step sizes</a:t>
          </a:r>
        </a:p>
      </dgm:t>
    </dgm:pt>
    <dgm:pt modelId="{F8B11A85-4C27-4418-92C4-2864EE39D0AD}" type="parTrans" cxnId="{B2230D1D-E4AB-49D0-A18E-F45F6991EDD3}">
      <dgm:prSet/>
      <dgm:spPr/>
      <dgm:t>
        <a:bodyPr/>
        <a:lstStyle/>
        <a:p>
          <a:endParaRPr lang="en-US"/>
        </a:p>
      </dgm:t>
    </dgm:pt>
    <dgm:pt modelId="{48FC96C0-8F65-468E-9C91-97CA1E1DD297}" type="sibTrans" cxnId="{B2230D1D-E4AB-49D0-A18E-F45F6991EDD3}">
      <dgm:prSet/>
      <dgm:spPr/>
      <dgm:t>
        <a:bodyPr/>
        <a:lstStyle/>
        <a:p>
          <a:endParaRPr lang="en-US"/>
        </a:p>
      </dgm:t>
    </dgm:pt>
    <dgm:pt modelId="{8C990D31-B23E-4C1C-B104-C3D2430CF29C}">
      <dgm:prSet phldrT="[Text]"/>
      <dgm:spPr/>
      <dgm:t>
        <a:bodyPr/>
        <a:lstStyle/>
        <a:p>
          <a:r>
            <a:rPr lang="en-US" dirty="0"/>
            <a:t>If tissue is present = 1, if tissue is absent = 0 </a:t>
          </a:r>
        </a:p>
      </dgm:t>
    </dgm:pt>
    <dgm:pt modelId="{950D44B6-6AC6-49C3-9B9F-7C0A25F57936}" type="parTrans" cxnId="{E3548FF9-E41C-4346-809B-796832BB7166}">
      <dgm:prSet/>
      <dgm:spPr/>
      <dgm:t>
        <a:bodyPr/>
        <a:lstStyle/>
        <a:p>
          <a:endParaRPr lang="en-US"/>
        </a:p>
      </dgm:t>
    </dgm:pt>
    <dgm:pt modelId="{42FF957D-C254-4DD6-A6AB-46816857525C}" type="sibTrans" cxnId="{E3548FF9-E41C-4346-809B-796832BB7166}">
      <dgm:prSet/>
      <dgm:spPr/>
      <dgm:t>
        <a:bodyPr/>
        <a:lstStyle/>
        <a:p>
          <a:endParaRPr lang="en-US"/>
        </a:p>
      </dgm:t>
    </dgm:pt>
    <dgm:pt modelId="{93C5C6EE-232C-403A-8B36-B7247671CDED}">
      <dgm:prSet/>
      <dgm:spPr/>
      <dgm:t>
        <a:bodyPr/>
        <a:lstStyle/>
        <a:p>
          <a:r>
            <a:rPr lang="en-US" dirty="0"/>
            <a:t>11</a:t>
          </a:r>
        </a:p>
      </dgm:t>
    </dgm:pt>
    <dgm:pt modelId="{9CFC9A54-5D6E-42AC-BCD6-EED4D6905AD6}" type="parTrans" cxnId="{FBAF89BB-E854-4D7D-ACDE-A0197FE0804C}">
      <dgm:prSet/>
      <dgm:spPr/>
      <dgm:t>
        <a:bodyPr/>
        <a:lstStyle/>
        <a:p>
          <a:endParaRPr lang="en-US"/>
        </a:p>
      </dgm:t>
    </dgm:pt>
    <dgm:pt modelId="{7F38D61E-E8FD-47DB-A30F-798D40691C51}" type="sibTrans" cxnId="{FBAF89BB-E854-4D7D-ACDE-A0197FE0804C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5B98B960-2D3F-4127-A3AE-2A95F3F98B16}" type="pres">
      <dgm:prSet presAssocID="{5688624E-314A-43A9-9E5F-69EBD853F1ED}" presName="linNode" presStyleCnt="0"/>
      <dgm:spPr/>
    </dgm:pt>
    <dgm:pt modelId="{A74D09D0-1FCF-4852-A728-49E12CF054FF}" type="pres">
      <dgm:prSet presAssocID="{5688624E-314A-43A9-9E5F-69EBD853F1ED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9C0069D4-725E-4494-8846-60EDD57DC479}" type="pres">
      <dgm:prSet presAssocID="{5688624E-314A-43A9-9E5F-69EBD853F1ED}" presName="descendantText" presStyleLbl="alignAccFollowNode1" presStyleIdx="0" presStyleCnt="13">
        <dgm:presLayoutVars>
          <dgm:bulletEnabled val="1"/>
        </dgm:presLayoutVars>
      </dgm:prSet>
      <dgm:spPr/>
    </dgm:pt>
    <dgm:pt modelId="{78CFA5F1-AD3F-46D5-8863-70C2A2C9750F}" type="pres">
      <dgm:prSet presAssocID="{E30F4295-8BE6-4AC5-8BA1-1CECD5B64619}" presName="sp" presStyleCnt="0"/>
      <dgm:spPr/>
    </dgm:pt>
    <dgm:pt modelId="{8A95F0A6-F46F-4881-840D-899EB4DBA6BD}" type="pres">
      <dgm:prSet presAssocID="{93C5C6EE-232C-403A-8B36-B7247671CDED}" presName="linNode" presStyleCnt="0"/>
      <dgm:spPr/>
    </dgm:pt>
    <dgm:pt modelId="{8E67A5F0-22B8-4B96-8928-46D66946FFE1}" type="pres">
      <dgm:prSet presAssocID="{93C5C6EE-232C-403A-8B36-B7247671CDED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AA1EB86B-5429-4533-8D79-C27F4A99378A}" type="pres">
      <dgm:prSet presAssocID="{93C5C6EE-232C-403A-8B36-B7247671CDED}" presName="descendantText" presStyleLbl="alignAccFollowNode1" presStyleIdx="1" presStyleCnt="13">
        <dgm:presLayoutVars>
          <dgm:bulletEnabled val="1"/>
        </dgm:presLayoutVars>
      </dgm:prSet>
      <dgm:spPr/>
    </dgm:pt>
    <dgm:pt modelId="{F0E5F50B-D116-4084-B71A-8A921884B6AC}" type="pres">
      <dgm:prSet presAssocID="{7F38D61E-E8FD-47DB-A30F-798D40691C51}" presName="sp" presStyleCnt="0"/>
      <dgm:spPr/>
    </dgm:pt>
    <dgm:pt modelId="{4AD4B38E-16EB-4DE7-8482-A393A442B025}" type="pres">
      <dgm:prSet presAssocID="{91FE08E5-D0B0-4A32-AD9B-5986F438BA14}" presName="linNode" presStyleCnt="0"/>
      <dgm:spPr/>
    </dgm:pt>
    <dgm:pt modelId="{F12FCF34-9E88-4F3C-B75C-BD6AE8E40F6E}" type="pres">
      <dgm:prSet presAssocID="{91FE08E5-D0B0-4A32-AD9B-5986F438BA14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252247C1-1B56-4D8C-87FB-B27098B6AD39}" type="pres">
      <dgm:prSet presAssocID="{91FE08E5-D0B0-4A32-AD9B-5986F438BA14}" presName="descendantText" presStyleLbl="alignAccFollowNode1" presStyleIdx="2" presStyleCnt="13">
        <dgm:presLayoutVars>
          <dgm:bulletEnabled val="1"/>
        </dgm:presLayoutVars>
      </dgm:prSet>
      <dgm:spPr/>
    </dgm:pt>
    <dgm:pt modelId="{C368BBDB-D78D-47D2-A6C1-9E56E8653D38}" type="pres">
      <dgm:prSet presAssocID="{4AAFD291-9C0B-4CEF-B766-DF8494E81A43}" presName="sp" presStyleCnt="0"/>
      <dgm:spPr/>
    </dgm:pt>
    <dgm:pt modelId="{70EB74FD-6914-435D-88CA-4005C81CB03C}" type="pres">
      <dgm:prSet presAssocID="{D262F73C-39B3-428F-9284-98725730645B}" presName="linNode" presStyleCnt="0"/>
      <dgm:spPr/>
    </dgm:pt>
    <dgm:pt modelId="{E47B67E0-569F-4426-9055-20FCEA9BC8D2}" type="pres">
      <dgm:prSet presAssocID="{D262F73C-39B3-428F-9284-98725730645B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FAABE7F5-1683-464A-B4C4-5F4236F6AD44}" type="pres">
      <dgm:prSet presAssocID="{D262F73C-39B3-428F-9284-98725730645B}" presName="descendantText" presStyleLbl="alignAccFollowNode1" presStyleIdx="3" presStyleCnt="13">
        <dgm:presLayoutVars>
          <dgm:bulletEnabled val="1"/>
        </dgm:presLayoutVars>
      </dgm:prSet>
      <dgm:spPr/>
    </dgm:pt>
    <dgm:pt modelId="{49BD7EF0-0B4B-4D3D-B684-4AC47BFEA5BE}" type="pres">
      <dgm:prSet presAssocID="{EB9EA278-CC09-426C-94E5-FB9705221FCB}" presName="sp" presStyleCnt="0"/>
      <dgm:spPr/>
    </dgm:pt>
    <dgm:pt modelId="{4412F307-CD0B-43FF-A78B-5B7C0E0C3DEF}" type="pres">
      <dgm:prSet presAssocID="{0EA86E49-E858-41CE-8D43-97A08FE90A37}" presName="linNode" presStyleCnt="0"/>
      <dgm:spPr/>
    </dgm:pt>
    <dgm:pt modelId="{7ED2616D-3965-4CD9-BF4D-6CDCBBA52BAC}" type="pres">
      <dgm:prSet presAssocID="{0EA86E49-E858-41CE-8D43-97A08FE90A37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6AB1550E-C385-4718-AB89-FF17CF59F285}" type="pres">
      <dgm:prSet presAssocID="{0EA86E49-E858-41CE-8D43-97A08FE90A37}" presName="descendantText" presStyleLbl="alignAccFollowNode1" presStyleIdx="4" presStyleCnt="13">
        <dgm:presLayoutVars>
          <dgm:bulletEnabled val="1"/>
        </dgm:presLayoutVars>
      </dgm:prSet>
      <dgm:spPr/>
    </dgm:pt>
    <dgm:pt modelId="{3B05BAB9-95E3-473B-B981-779D1DB6C606}" type="pres">
      <dgm:prSet presAssocID="{5B545F06-B24E-44DD-A2DF-A45B35247BB4}" presName="sp" presStyleCnt="0"/>
      <dgm:spPr/>
    </dgm:pt>
    <dgm:pt modelId="{57A39BB0-8133-498C-AA28-169B693AC808}" type="pres">
      <dgm:prSet presAssocID="{07A14C35-96C2-4FFD-ACFD-3A88BD1DA94C}" presName="linNode" presStyleCnt="0"/>
      <dgm:spPr/>
    </dgm:pt>
    <dgm:pt modelId="{D50219D7-709A-4BEC-B02B-FACFFE1B4F1E}" type="pres">
      <dgm:prSet presAssocID="{07A14C35-96C2-4FFD-ACFD-3A88BD1DA94C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3BEDDF74-E637-43B3-8A8B-DFFFE1BF03F8}" type="pres">
      <dgm:prSet presAssocID="{07A14C35-96C2-4FFD-ACFD-3A88BD1DA94C}" presName="descendantText" presStyleLbl="alignAccFollowNode1" presStyleIdx="5" presStyleCnt="13">
        <dgm:presLayoutVars>
          <dgm:bulletEnabled val="1"/>
        </dgm:presLayoutVars>
      </dgm:prSet>
      <dgm:spPr/>
    </dgm:pt>
    <dgm:pt modelId="{E1975D3A-0C31-4F0A-A630-B9D9AEDDBB97}" type="pres">
      <dgm:prSet presAssocID="{00678DCC-CDB3-4E02-A74E-299767509B2C}" presName="sp" presStyleCnt="0"/>
      <dgm:spPr/>
    </dgm:pt>
    <dgm:pt modelId="{8B61C97A-211F-43CC-858B-F4955626F216}" type="pres">
      <dgm:prSet presAssocID="{1AD8BBF2-5518-453B-A550-3E7FA8C485B6}" presName="linNode" presStyleCnt="0"/>
      <dgm:spPr/>
    </dgm:pt>
    <dgm:pt modelId="{0AE97034-2EEA-4546-B6E1-4FED6E26618F}" type="pres">
      <dgm:prSet presAssocID="{1AD8BBF2-5518-453B-A550-3E7FA8C485B6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8D19A966-B752-413D-884D-47C9FC61B37F}" type="pres">
      <dgm:prSet presAssocID="{1AD8BBF2-5518-453B-A550-3E7FA8C485B6}" presName="descendantText" presStyleLbl="alignAccFollowNode1" presStyleIdx="6" presStyleCnt="13">
        <dgm:presLayoutVars>
          <dgm:bulletEnabled val="1"/>
        </dgm:presLayoutVars>
      </dgm:prSet>
      <dgm:spPr/>
    </dgm:pt>
    <dgm:pt modelId="{05D627BE-D8E1-4913-B69F-10D01221A230}" type="pres">
      <dgm:prSet presAssocID="{8B4762E4-E3A1-4FDF-A8CC-E606ECE0D740}" presName="sp" presStyleCnt="0"/>
      <dgm:spPr/>
    </dgm:pt>
    <dgm:pt modelId="{7659B1DD-86C0-43F6-8756-E9AFE76A6532}" type="pres">
      <dgm:prSet presAssocID="{6687B58C-7FED-4E13-8181-3B695C44E832}" presName="linNode" presStyleCnt="0"/>
      <dgm:spPr/>
    </dgm:pt>
    <dgm:pt modelId="{420DC76F-67CB-4E7F-B46E-2E6148ED358C}" type="pres">
      <dgm:prSet presAssocID="{6687B58C-7FED-4E13-8181-3B695C44E832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6CDEE012-C9C5-4A17-838B-A6C32B86F9FD}" type="pres">
      <dgm:prSet presAssocID="{6687B58C-7FED-4E13-8181-3B695C44E832}" presName="descendantText" presStyleLbl="alignAccFollowNode1" presStyleIdx="7" presStyleCnt="13">
        <dgm:presLayoutVars>
          <dgm:bulletEnabled val="1"/>
        </dgm:presLayoutVars>
      </dgm:prSet>
      <dgm:spPr/>
    </dgm:pt>
    <dgm:pt modelId="{33B6A121-0C7D-4E4B-A4EE-AC006BC16A93}" type="pres">
      <dgm:prSet presAssocID="{D8FA8046-662C-43DC-A603-FDE066D76FE0}" presName="sp" presStyleCnt="0"/>
      <dgm:spPr/>
    </dgm:pt>
    <dgm:pt modelId="{F006D19A-3104-4C63-A9DA-B9E49927076D}" type="pres">
      <dgm:prSet presAssocID="{983C3A0F-4CC3-4C0C-BF60-57DF46D0D91F}" presName="linNode" presStyleCnt="0"/>
      <dgm:spPr/>
    </dgm:pt>
    <dgm:pt modelId="{37DDD804-7468-4745-86EB-0ADFEB1882A6}" type="pres">
      <dgm:prSet presAssocID="{983C3A0F-4CC3-4C0C-BF60-57DF46D0D91F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11A37157-747C-4EF9-86E3-7060FDB3EDCF}" type="pres">
      <dgm:prSet presAssocID="{983C3A0F-4CC3-4C0C-BF60-57DF46D0D91F}" presName="descendantText" presStyleLbl="alignAccFollowNode1" presStyleIdx="8" presStyleCnt="13">
        <dgm:presLayoutVars>
          <dgm:bulletEnabled val="1"/>
        </dgm:presLayoutVars>
      </dgm:prSet>
      <dgm:spPr/>
    </dgm:pt>
    <dgm:pt modelId="{11B91D39-325A-47B8-85EA-460A59624191}" type="pres">
      <dgm:prSet presAssocID="{526F4B0F-6DD3-49A2-BE66-A78CA05C246E}" presName="sp" presStyleCnt="0"/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9" presStyleCnt="13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10" presStyleCnt="13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11" presStyleCnt="13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12" presStyleCnt="13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12" presStyleCnt="13">
        <dgm:presLayoutVars>
          <dgm:bulletEnabled val="1"/>
        </dgm:presLayoutVars>
      </dgm:prSet>
      <dgm:spPr/>
    </dgm:pt>
  </dgm:ptLst>
  <dgm:cxnLst>
    <dgm:cxn modelId="{0ECD2F01-5E2A-4529-A8A7-3C63957120CC}" srcId="{07A14C35-96C2-4FFD-ACFD-3A88BD1DA94C}" destId="{E7F86EF7-6DB4-4C76-8ED2-2F26C7863E76}" srcOrd="0" destOrd="0" parTransId="{E4FFDEF2-813A-4E1A-9414-BE82A938685A}" sibTransId="{DED5094A-6258-40B0-83C1-AA2084EA6132}"/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4AD9C709-23A1-4056-A9AE-A1DC860C3E64}" srcId="{E3810C7A-162E-4F59-A5CC-D6E55AA7937F}" destId="{07A14C35-96C2-4FFD-ACFD-3A88BD1DA94C}" srcOrd="5" destOrd="0" parTransId="{DEDA2874-FC48-4B8D-9607-6E36EE4EDC7A}" sibTransId="{00678DCC-CDB3-4E02-A74E-299767509B2C}"/>
    <dgm:cxn modelId="{BF87B50E-6723-4F55-BEF0-595A5C605226}" srcId="{E3810C7A-162E-4F59-A5CC-D6E55AA7937F}" destId="{5688624E-314A-43A9-9E5F-69EBD853F1ED}" srcOrd="0" destOrd="0" parTransId="{E00C8D54-BE95-45E3-8E05-55442F30C1FD}" sibTransId="{E30F4295-8BE6-4AC5-8BA1-1CECD5B64619}"/>
    <dgm:cxn modelId="{C026EE0F-3EC0-44CE-A6B3-1EE86F54462E}" srcId="{E3810C7A-162E-4F59-A5CC-D6E55AA7937F}" destId="{1AD8BBF2-5518-453B-A550-3E7FA8C485B6}" srcOrd="6" destOrd="0" parTransId="{DDA9ED82-BF45-47F6-A1E3-825A433700A7}" sibTransId="{8B4762E4-E3A1-4FDF-A8CC-E606ECE0D740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B2230D1D-E4AB-49D0-A18E-F45F6991EDD3}" srcId="{93C5C6EE-232C-403A-8B36-B7247671CDED}" destId="{D62B1B85-31BA-4EE1-A240-AA5907A9BE05}" srcOrd="0" destOrd="0" parTransId="{F8B11A85-4C27-4418-92C4-2864EE39D0AD}" sibTransId="{48FC96C0-8F65-468E-9C91-97CA1E1DD297}"/>
    <dgm:cxn modelId="{385E1921-1672-461F-B631-BB20CC5B6A1F}" type="presOf" srcId="{6687B58C-7FED-4E13-8181-3B695C44E832}" destId="{420DC76F-67CB-4E7F-B46E-2E6148ED358C}" srcOrd="0" destOrd="0" presId="urn:microsoft.com/office/officeart/2005/8/layout/vList5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F142FE34-0F5C-425C-9E27-498BA21B6713}" type="presOf" srcId="{AEC05D31-F8A6-485B-A3C9-EA86D589F88C}" destId="{11A37157-747C-4EF9-86E3-7060FDB3EDCF}" srcOrd="0" destOrd="0" presId="urn:microsoft.com/office/officeart/2005/8/layout/vList5"/>
    <dgm:cxn modelId="{B0E48A40-292A-445B-B545-23AD0BB708A7}" type="presOf" srcId="{91FE08E5-D0B0-4A32-AD9B-5986F438BA14}" destId="{F12FCF34-9E88-4F3C-B75C-BD6AE8E40F6E}" srcOrd="0" destOrd="0" presId="urn:microsoft.com/office/officeart/2005/8/layout/vList5"/>
    <dgm:cxn modelId="{CF12B55C-3214-42F6-B8B4-6A255DF55B78}" srcId="{983C3A0F-4CC3-4C0C-BF60-57DF46D0D91F}" destId="{AEC05D31-F8A6-485B-A3C9-EA86D589F88C}" srcOrd="0" destOrd="0" parTransId="{C169B256-4B63-4601-829E-9F3FD5F78113}" sibTransId="{31F340C9-8A89-4781-A88E-BCBD035E26DB}"/>
    <dgm:cxn modelId="{EC904C43-393B-426F-9551-5F52BC142F96}" srcId="{E3810C7A-162E-4F59-A5CC-D6E55AA7937F}" destId="{8E9A8F67-21C2-4DC7-93DE-83AB68EF939C}" srcOrd="9" destOrd="0" parTransId="{30174DA7-30F0-4FB8-9215-9FC2AB95A66D}" sibTransId="{14F26015-A95D-4C6C-BAF7-62AEBFC532F7}"/>
    <dgm:cxn modelId="{69E64C44-F904-49CF-9045-87758088D773}" type="presOf" srcId="{BC3AF494-F305-4FD5-B04B-EF9F61936E59}" destId="{8D19A966-B752-413D-884D-47C9FC61B37F}" srcOrd="0" destOrd="0" presId="urn:microsoft.com/office/officeart/2005/8/layout/vList5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9C8E5F69-5D10-4A0A-B134-B17B959A7A53}" srcId="{E3810C7A-162E-4F59-A5CC-D6E55AA7937F}" destId="{91FE08E5-D0B0-4A32-AD9B-5986F438BA14}" srcOrd="2" destOrd="0" parTransId="{986E5DF1-1BE2-4A77-B4F4-CDFAA68B8352}" sibTransId="{4AAFD291-9C0B-4CEF-B766-DF8494E81A43}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703C686B-2862-4EF4-BF96-3997F381B24D}" srcId="{E3810C7A-162E-4F59-A5CC-D6E55AA7937F}" destId="{6687B58C-7FED-4E13-8181-3B695C44E832}" srcOrd="7" destOrd="0" parTransId="{777FF716-64E6-4784-8146-C9F4CCA8EB7D}" sibTransId="{D8FA8046-662C-43DC-A603-FDE066D76FE0}"/>
    <dgm:cxn modelId="{B3AB346F-EC55-4408-8874-734C5D92366B}" srcId="{E3810C7A-162E-4F59-A5CC-D6E55AA7937F}" destId="{0420C3E2-AC1A-45FF-9EF7-4296E4BF5D3C}" srcOrd="10" destOrd="0" parTransId="{88A733A7-C4C2-400F-938A-3F26045ACE9B}" sibTransId="{1EA20CFF-E163-4B52-AA53-EE0B5E963D3E}"/>
    <dgm:cxn modelId="{B8D36E50-4789-4E0B-BC10-D584B053D0F6}" srcId="{0EA86E49-E858-41CE-8D43-97A08FE90A37}" destId="{3BF2C142-4F28-4E87-9081-45691229DFC9}" srcOrd="0" destOrd="0" parTransId="{183E724E-C25B-4E96-BB5F-465D28592BD9}" sibTransId="{0139B7EC-1C99-48D0-B6AA-D9CC66A3E6AD}"/>
    <dgm:cxn modelId="{5AFA6472-2AB6-4E16-840D-EA52D5F57D3A}" srcId="{E3810C7A-162E-4F59-A5CC-D6E55AA7937F}" destId="{0EA86E49-E858-41CE-8D43-97A08FE90A37}" srcOrd="4" destOrd="0" parTransId="{6FB4378A-EEC9-461D-B415-84AD0E9053CE}" sibTransId="{5B545F06-B24E-44DD-A2DF-A45B35247BB4}"/>
    <dgm:cxn modelId="{E6DF4253-D9EE-43EB-B6FB-A8D97546088E}" srcId="{E3810C7A-162E-4F59-A5CC-D6E55AA7937F}" destId="{966F4DBE-18B7-4C9E-B571-3C26A7DFEE84}" srcOrd="11" destOrd="0" parTransId="{7A4F4309-1991-4F78-A164-910218B0DB35}" sibTransId="{4C7B4F99-2B19-46BD-A4A9-4DE2A244C0F0}"/>
    <dgm:cxn modelId="{34256D54-45AA-46FD-AB7A-A5AECF0A9D0B}" srcId="{D262F73C-39B3-428F-9284-98725730645B}" destId="{AE8C7F3C-2450-4187-A834-B68CABF3EE22}" srcOrd="0" destOrd="0" parTransId="{57C43783-5699-4166-8CBD-DF5994280A83}" sibTransId="{B0BFD6F7-088D-4FEF-A0BE-9F7AFFE210A9}"/>
    <dgm:cxn modelId="{62E11E56-A2A1-4048-B8E1-9493A61A9913}" srcId="{6687B58C-7FED-4E13-8181-3B695C44E832}" destId="{CF0F09B6-A30D-43E6-93CC-ACC024D1B0A9}" srcOrd="0" destOrd="0" parTransId="{6730DA48-AEDC-46F9-ABFF-89F2C065A1A4}" sibTransId="{ADC532A4-8D48-46B3-982F-1581730D16BE}"/>
    <dgm:cxn modelId="{F920887D-AC4E-4EA3-8F11-92B5F202BCF0}" type="presOf" srcId="{D262F73C-39B3-428F-9284-98725730645B}" destId="{E47B67E0-569F-4426-9055-20FCEA9BC8D2}" srcOrd="0" destOrd="0" presId="urn:microsoft.com/office/officeart/2005/8/layout/vList5"/>
    <dgm:cxn modelId="{53EC9C80-AF52-4F1E-8C55-4653CE71D8E7}" type="presOf" srcId="{07A14C35-96C2-4FFD-ACFD-3A88BD1DA94C}" destId="{D50219D7-709A-4BEC-B02B-FACFFE1B4F1E}" srcOrd="0" destOrd="0" presId="urn:microsoft.com/office/officeart/2005/8/layout/vList5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D151829E-A18E-4D40-8B5D-3F8559762846}" type="presOf" srcId="{0EA86E49-E858-41CE-8D43-97A08FE90A37}" destId="{7ED2616D-3965-4CD9-BF4D-6CDCBBA52BAC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1C7080AD-830B-4869-8452-F2BF1F8B821F}" srcId="{1AD8BBF2-5518-453B-A550-3E7FA8C485B6}" destId="{BC3AF494-F305-4FD5-B04B-EF9F61936E59}" srcOrd="0" destOrd="0" parTransId="{4F95183D-9451-469E-802D-9732DB828DAE}" sibTransId="{5E0E71AB-D653-4CBD-A1E3-4424370E2776}"/>
    <dgm:cxn modelId="{EDD3F3AE-EE41-4DEB-AFB6-561329F97565}" type="presOf" srcId="{CF0F09B6-A30D-43E6-93CC-ACC024D1B0A9}" destId="{6CDEE012-C9C5-4A17-838B-A6C32B86F9FD}" srcOrd="0" destOrd="0" presId="urn:microsoft.com/office/officeart/2005/8/layout/vList5"/>
    <dgm:cxn modelId="{BD3D25B3-99C6-4215-923B-6D0617532C36}" srcId="{E3810C7A-162E-4F59-A5CC-D6E55AA7937F}" destId="{D262F73C-39B3-428F-9284-98725730645B}" srcOrd="3" destOrd="0" parTransId="{4C24E029-F73F-4B58-86D4-73606636BC2C}" sibTransId="{EB9EA278-CC09-426C-94E5-FB9705221FCB}"/>
    <dgm:cxn modelId="{FFD03AB4-9D43-438E-BA2C-929F25D73F62}" type="presOf" srcId="{D62B1B85-31BA-4EE1-A240-AA5907A9BE05}" destId="{AA1EB86B-5429-4533-8D79-C27F4A99378A}" srcOrd="0" destOrd="0" presId="urn:microsoft.com/office/officeart/2005/8/layout/vList5"/>
    <dgm:cxn modelId="{FBAF89BB-E854-4D7D-ACDE-A0197FE0804C}" srcId="{E3810C7A-162E-4F59-A5CC-D6E55AA7937F}" destId="{93C5C6EE-232C-403A-8B36-B7247671CDED}" srcOrd="1" destOrd="0" parTransId="{9CFC9A54-5D6E-42AC-BCD6-EED4D6905AD6}" sibTransId="{7F38D61E-E8FD-47DB-A30F-798D40691C51}"/>
    <dgm:cxn modelId="{C267ECBD-6D04-4E58-85FE-14482FA6B4C3}" srcId="{E3810C7A-162E-4F59-A5CC-D6E55AA7937F}" destId="{185F8216-23A1-4FB2-B349-994231C46ED1}" srcOrd="12" destOrd="0" parTransId="{F5E831B0-572B-42CF-9B2A-7C1E40B8E350}" sibTransId="{8D884ED0-A294-4090-B0B1-4857BAEE060B}"/>
    <dgm:cxn modelId="{7AF29FC4-ED7F-48FE-B30E-46F1B763BB13}" type="presOf" srcId="{93C5C6EE-232C-403A-8B36-B7247671CDED}" destId="{8E67A5F0-22B8-4B96-8928-46D66946FFE1}" srcOrd="0" destOrd="0" presId="urn:microsoft.com/office/officeart/2005/8/layout/vList5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AA96E1D0-B982-4486-90BA-879C23B9A528}" type="presOf" srcId="{983C3A0F-4CC3-4C0C-BF60-57DF46D0D91F}" destId="{37DDD804-7468-4745-86EB-0ADFEB1882A6}" srcOrd="0" destOrd="0" presId="urn:microsoft.com/office/officeart/2005/8/layout/vList5"/>
    <dgm:cxn modelId="{6D313DD8-69CC-4B43-8276-9B3C695CC66F}" type="presOf" srcId="{AE8C7F3C-2450-4187-A834-B68CABF3EE22}" destId="{FAABE7F5-1683-464A-B4C4-5F4236F6AD44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81226EE0-1B86-4074-A319-5B71BB5273D0}" type="presOf" srcId="{1AD8BBF2-5518-453B-A550-3E7FA8C485B6}" destId="{0AE97034-2EEA-4546-B6E1-4FED6E26618F}" srcOrd="0" destOrd="0" presId="urn:microsoft.com/office/officeart/2005/8/layout/vList5"/>
    <dgm:cxn modelId="{A7DB2FEA-1B14-423F-AC5D-A93828C4C428}" srcId="{E3810C7A-162E-4F59-A5CC-D6E55AA7937F}" destId="{983C3A0F-4CC3-4C0C-BF60-57DF46D0D91F}" srcOrd="8" destOrd="0" parTransId="{A991E67A-AD0B-443F-B7C9-390262482384}" sibTransId="{526F4B0F-6DD3-49A2-BE66-A78CA05C246E}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8A585BEF-658C-47E7-AD8C-8A6302D97B65}" type="presOf" srcId="{5688624E-314A-43A9-9E5F-69EBD853F1ED}" destId="{A74D09D0-1FCF-4852-A728-49E12CF054FF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670D3BF2-06ED-494E-A16D-15FD922EE264}" type="presOf" srcId="{8C990D31-B23E-4C1C-B104-C3D2430CF29C}" destId="{9C0069D4-725E-4494-8846-60EDD57DC479}" srcOrd="0" destOrd="0" presId="urn:microsoft.com/office/officeart/2005/8/layout/vList5"/>
    <dgm:cxn modelId="{E3548FF9-E41C-4346-809B-796832BB7166}" srcId="{5688624E-314A-43A9-9E5F-69EBD853F1ED}" destId="{8C990D31-B23E-4C1C-B104-C3D2430CF29C}" srcOrd="0" destOrd="0" parTransId="{950D44B6-6AC6-49C3-9B9F-7C0A25F57936}" sibTransId="{42FF957D-C254-4DD6-A6AB-46816857525C}"/>
    <dgm:cxn modelId="{F1BEF9F9-3A8B-4E85-A067-9F2631B7213F}" srcId="{91FE08E5-D0B0-4A32-AD9B-5986F438BA14}" destId="{ACEBF377-66AF-4F4E-93C6-C8C507EEADF4}" srcOrd="0" destOrd="0" parTransId="{2E4F8C34-6D0B-473E-8F20-FB332B780822}" sibTransId="{8665254A-79ED-4C61-BE91-A8DBE5DEB98C}"/>
    <dgm:cxn modelId="{9019FFFB-8304-459E-B26C-F1CDC08A57D9}" type="presOf" srcId="{ACEBF377-66AF-4F4E-93C6-C8C507EEADF4}" destId="{252247C1-1B56-4D8C-87FB-B27098B6AD39}" srcOrd="0" destOrd="0" presId="urn:microsoft.com/office/officeart/2005/8/layout/vList5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4AEC25FE-EDAA-42FD-BE29-097148484338}" type="presOf" srcId="{3BF2C142-4F28-4E87-9081-45691229DFC9}" destId="{6AB1550E-C385-4718-AB89-FF17CF59F285}" srcOrd="0" destOrd="0" presId="urn:microsoft.com/office/officeart/2005/8/layout/vList5"/>
    <dgm:cxn modelId="{E123C3FE-2DA5-4B4A-B207-2EBB836BF853}" type="presOf" srcId="{E7F86EF7-6DB4-4C76-8ED2-2F26C7863E76}" destId="{3BEDDF74-E637-43B3-8A8B-DFFFE1BF03F8}" srcOrd="0" destOrd="0" presId="urn:microsoft.com/office/officeart/2005/8/layout/vList5"/>
    <dgm:cxn modelId="{017DA617-EBD8-4208-BFF5-D80D711BAB18}" type="presParOf" srcId="{68768F37-E8AF-4175-AE5A-4F35AF491F27}" destId="{5B98B960-2D3F-4127-A3AE-2A95F3F98B16}" srcOrd="0" destOrd="0" presId="urn:microsoft.com/office/officeart/2005/8/layout/vList5"/>
    <dgm:cxn modelId="{60060D5F-B51E-4289-A4B2-A6FB445C1CF1}" type="presParOf" srcId="{5B98B960-2D3F-4127-A3AE-2A95F3F98B16}" destId="{A74D09D0-1FCF-4852-A728-49E12CF054FF}" srcOrd="0" destOrd="0" presId="urn:microsoft.com/office/officeart/2005/8/layout/vList5"/>
    <dgm:cxn modelId="{5BE7FA9C-5251-4E73-A886-9210DD7E26F8}" type="presParOf" srcId="{5B98B960-2D3F-4127-A3AE-2A95F3F98B16}" destId="{9C0069D4-725E-4494-8846-60EDD57DC479}" srcOrd="1" destOrd="0" presId="urn:microsoft.com/office/officeart/2005/8/layout/vList5"/>
    <dgm:cxn modelId="{FF0B4C2B-7A0D-414F-9F11-B9CB6A11AA2B}" type="presParOf" srcId="{68768F37-E8AF-4175-AE5A-4F35AF491F27}" destId="{78CFA5F1-AD3F-46D5-8863-70C2A2C9750F}" srcOrd="1" destOrd="0" presId="urn:microsoft.com/office/officeart/2005/8/layout/vList5"/>
    <dgm:cxn modelId="{D07BAB0E-0DB8-4444-9D8E-E37260F9DDC1}" type="presParOf" srcId="{68768F37-E8AF-4175-AE5A-4F35AF491F27}" destId="{8A95F0A6-F46F-4881-840D-899EB4DBA6BD}" srcOrd="2" destOrd="0" presId="urn:microsoft.com/office/officeart/2005/8/layout/vList5"/>
    <dgm:cxn modelId="{DD261989-D25F-4AD3-8D4B-8CB63C8E3AA4}" type="presParOf" srcId="{8A95F0A6-F46F-4881-840D-899EB4DBA6BD}" destId="{8E67A5F0-22B8-4B96-8928-46D66946FFE1}" srcOrd="0" destOrd="0" presId="urn:microsoft.com/office/officeart/2005/8/layout/vList5"/>
    <dgm:cxn modelId="{8C89F322-4845-49F1-A35C-73BBE2A6E6C0}" type="presParOf" srcId="{8A95F0A6-F46F-4881-840D-899EB4DBA6BD}" destId="{AA1EB86B-5429-4533-8D79-C27F4A99378A}" srcOrd="1" destOrd="0" presId="urn:microsoft.com/office/officeart/2005/8/layout/vList5"/>
    <dgm:cxn modelId="{35DF2524-8880-4C42-99EB-B66794ED0FCA}" type="presParOf" srcId="{68768F37-E8AF-4175-AE5A-4F35AF491F27}" destId="{F0E5F50B-D116-4084-B71A-8A921884B6AC}" srcOrd="3" destOrd="0" presId="urn:microsoft.com/office/officeart/2005/8/layout/vList5"/>
    <dgm:cxn modelId="{D19194E5-96DA-4E3F-80F3-EE04FE24CA25}" type="presParOf" srcId="{68768F37-E8AF-4175-AE5A-4F35AF491F27}" destId="{4AD4B38E-16EB-4DE7-8482-A393A442B025}" srcOrd="4" destOrd="0" presId="urn:microsoft.com/office/officeart/2005/8/layout/vList5"/>
    <dgm:cxn modelId="{2323C9A9-DA47-4FA8-B881-61C77C9A37DF}" type="presParOf" srcId="{4AD4B38E-16EB-4DE7-8482-A393A442B025}" destId="{F12FCF34-9E88-4F3C-B75C-BD6AE8E40F6E}" srcOrd="0" destOrd="0" presId="urn:microsoft.com/office/officeart/2005/8/layout/vList5"/>
    <dgm:cxn modelId="{E1CEB628-4DFC-4A09-BCE4-6ADAEC075FCC}" type="presParOf" srcId="{4AD4B38E-16EB-4DE7-8482-A393A442B025}" destId="{252247C1-1B56-4D8C-87FB-B27098B6AD39}" srcOrd="1" destOrd="0" presId="urn:microsoft.com/office/officeart/2005/8/layout/vList5"/>
    <dgm:cxn modelId="{5057F887-3DF8-456E-A31D-6CFD1136D337}" type="presParOf" srcId="{68768F37-E8AF-4175-AE5A-4F35AF491F27}" destId="{C368BBDB-D78D-47D2-A6C1-9E56E8653D38}" srcOrd="5" destOrd="0" presId="urn:microsoft.com/office/officeart/2005/8/layout/vList5"/>
    <dgm:cxn modelId="{A060FD90-41F1-41D2-9A12-5961B70DAA9E}" type="presParOf" srcId="{68768F37-E8AF-4175-AE5A-4F35AF491F27}" destId="{70EB74FD-6914-435D-88CA-4005C81CB03C}" srcOrd="6" destOrd="0" presId="urn:microsoft.com/office/officeart/2005/8/layout/vList5"/>
    <dgm:cxn modelId="{FA99B8DB-0BF6-4530-B208-62D2F7023744}" type="presParOf" srcId="{70EB74FD-6914-435D-88CA-4005C81CB03C}" destId="{E47B67E0-569F-4426-9055-20FCEA9BC8D2}" srcOrd="0" destOrd="0" presId="urn:microsoft.com/office/officeart/2005/8/layout/vList5"/>
    <dgm:cxn modelId="{4B2CC3B6-BC0D-457D-9C07-8317AB90A4F1}" type="presParOf" srcId="{70EB74FD-6914-435D-88CA-4005C81CB03C}" destId="{FAABE7F5-1683-464A-B4C4-5F4236F6AD44}" srcOrd="1" destOrd="0" presId="urn:microsoft.com/office/officeart/2005/8/layout/vList5"/>
    <dgm:cxn modelId="{5894304D-E139-4A52-A603-52F07CDFF8B6}" type="presParOf" srcId="{68768F37-E8AF-4175-AE5A-4F35AF491F27}" destId="{49BD7EF0-0B4B-4D3D-B684-4AC47BFEA5BE}" srcOrd="7" destOrd="0" presId="urn:microsoft.com/office/officeart/2005/8/layout/vList5"/>
    <dgm:cxn modelId="{5A1AB898-5252-4B11-9CAD-696A16AD2119}" type="presParOf" srcId="{68768F37-E8AF-4175-AE5A-4F35AF491F27}" destId="{4412F307-CD0B-43FF-A78B-5B7C0E0C3DEF}" srcOrd="8" destOrd="0" presId="urn:microsoft.com/office/officeart/2005/8/layout/vList5"/>
    <dgm:cxn modelId="{75C8506D-69AB-46E5-B37C-E33ABE67BA39}" type="presParOf" srcId="{4412F307-CD0B-43FF-A78B-5B7C0E0C3DEF}" destId="{7ED2616D-3965-4CD9-BF4D-6CDCBBA52BAC}" srcOrd="0" destOrd="0" presId="urn:microsoft.com/office/officeart/2005/8/layout/vList5"/>
    <dgm:cxn modelId="{FE0EB6B0-4423-47A4-84B3-1B77389C8A74}" type="presParOf" srcId="{4412F307-CD0B-43FF-A78B-5B7C0E0C3DEF}" destId="{6AB1550E-C385-4718-AB89-FF17CF59F285}" srcOrd="1" destOrd="0" presId="urn:microsoft.com/office/officeart/2005/8/layout/vList5"/>
    <dgm:cxn modelId="{578F5AE3-E96B-46CA-9706-F54E1BACEC0F}" type="presParOf" srcId="{68768F37-E8AF-4175-AE5A-4F35AF491F27}" destId="{3B05BAB9-95E3-473B-B981-779D1DB6C606}" srcOrd="9" destOrd="0" presId="urn:microsoft.com/office/officeart/2005/8/layout/vList5"/>
    <dgm:cxn modelId="{3032237A-0765-4D4C-A857-6F27BECE4ABC}" type="presParOf" srcId="{68768F37-E8AF-4175-AE5A-4F35AF491F27}" destId="{57A39BB0-8133-498C-AA28-169B693AC808}" srcOrd="10" destOrd="0" presId="urn:microsoft.com/office/officeart/2005/8/layout/vList5"/>
    <dgm:cxn modelId="{6F0923E4-E13C-4F57-B3A5-E00FCE91658E}" type="presParOf" srcId="{57A39BB0-8133-498C-AA28-169B693AC808}" destId="{D50219D7-709A-4BEC-B02B-FACFFE1B4F1E}" srcOrd="0" destOrd="0" presId="urn:microsoft.com/office/officeart/2005/8/layout/vList5"/>
    <dgm:cxn modelId="{7D1043AD-DE80-47F1-9D2A-15F9C1784512}" type="presParOf" srcId="{57A39BB0-8133-498C-AA28-169B693AC808}" destId="{3BEDDF74-E637-43B3-8A8B-DFFFE1BF03F8}" srcOrd="1" destOrd="0" presId="urn:microsoft.com/office/officeart/2005/8/layout/vList5"/>
    <dgm:cxn modelId="{B9D4F900-A3E8-412E-AE86-9DB24F55E558}" type="presParOf" srcId="{68768F37-E8AF-4175-AE5A-4F35AF491F27}" destId="{E1975D3A-0C31-4F0A-A630-B9D9AEDDBB97}" srcOrd="11" destOrd="0" presId="urn:microsoft.com/office/officeart/2005/8/layout/vList5"/>
    <dgm:cxn modelId="{C5F574BC-6DB0-44AC-93DE-4602C0139D64}" type="presParOf" srcId="{68768F37-E8AF-4175-AE5A-4F35AF491F27}" destId="{8B61C97A-211F-43CC-858B-F4955626F216}" srcOrd="12" destOrd="0" presId="urn:microsoft.com/office/officeart/2005/8/layout/vList5"/>
    <dgm:cxn modelId="{60B89C41-2A3A-4932-8B20-49442B314A73}" type="presParOf" srcId="{8B61C97A-211F-43CC-858B-F4955626F216}" destId="{0AE97034-2EEA-4546-B6E1-4FED6E26618F}" srcOrd="0" destOrd="0" presId="urn:microsoft.com/office/officeart/2005/8/layout/vList5"/>
    <dgm:cxn modelId="{A09F8BA9-ED64-47CC-8F7E-9D1A89A5B764}" type="presParOf" srcId="{8B61C97A-211F-43CC-858B-F4955626F216}" destId="{8D19A966-B752-413D-884D-47C9FC61B37F}" srcOrd="1" destOrd="0" presId="urn:microsoft.com/office/officeart/2005/8/layout/vList5"/>
    <dgm:cxn modelId="{37D5359F-48BE-4E31-A843-2929AFFC4CF3}" type="presParOf" srcId="{68768F37-E8AF-4175-AE5A-4F35AF491F27}" destId="{05D627BE-D8E1-4913-B69F-10D01221A230}" srcOrd="13" destOrd="0" presId="urn:microsoft.com/office/officeart/2005/8/layout/vList5"/>
    <dgm:cxn modelId="{A89DC851-7F21-444C-8F24-912B65E4DC45}" type="presParOf" srcId="{68768F37-E8AF-4175-AE5A-4F35AF491F27}" destId="{7659B1DD-86C0-43F6-8756-E9AFE76A6532}" srcOrd="14" destOrd="0" presId="urn:microsoft.com/office/officeart/2005/8/layout/vList5"/>
    <dgm:cxn modelId="{B1A67546-689A-4042-9392-E47CEEFEEA2C}" type="presParOf" srcId="{7659B1DD-86C0-43F6-8756-E9AFE76A6532}" destId="{420DC76F-67CB-4E7F-B46E-2E6148ED358C}" srcOrd="0" destOrd="0" presId="urn:microsoft.com/office/officeart/2005/8/layout/vList5"/>
    <dgm:cxn modelId="{DA055496-CE6E-4B35-92DF-0086560972E6}" type="presParOf" srcId="{7659B1DD-86C0-43F6-8756-E9AFE76A6532}" destId="{6CDEE012-C9C5-4A17-838B-A6C32B86F9FD}" srcOrd="1" destOrd="0" presId="urn:microsoft.com/office/officeart/2005/8/layout/vList5"/>
    <dgm:cxn modelId="{A7D4E787-3E21-499C-9A5C-B213442EB9A6}" type="presParOf" srcId="{68768F37-E8AF-4175-AE5A-4F35AF491F27}" destId="{33B6A121-0C7D-4E4B-A4EE-AC006BC16A93}" srcOrd="15" destOrd="0" presId="urn:microsoft.com/office/officeart/2005/8/layout/vList5"/>
    <dgm:cxn modelId="{930344A9-B4D9-45EB-B432-1BAA2EB74D19}" type="presParOf" srcId="{68768F37-E8AF-4175-AE5A-4F35AF491F27}" destId="{F006D19A-3104-4C63-A9DA-B9E49927076D}" srcOrd="16" destOrd="0" presId="urn:microsoft.com/office/officeart/2005/8/layout/vList5"/>
    <dgm:cxn modelId="{F69F32F8-AB3D-40DE-B4C8-2345D28363EF}" type="presParOf" srcId="{F006D19A-3104-4C63-A9DA-B9E49927076D}" destId="{37DDD804-7468-4745-86EB-0ADFEB1882A6}" srcOrd="0" destOrd="0" presId="urn:microsoft.com/office/officeart/2005/8/layout/vList5"/>
    <dgm:cxn modelId="{9AA798FD-BA09-428C-8B46-4B3FCC109E87}" type="presParOf" srcId="{F006D19A-3104-4C63-A9DA-B9E49927076D}" destId="{11A37157-747C-4EF9-86E3-7060FDB3EDCF}" srcOrd="1" destOrd="0" presId="urn:microsoft.com/office/officeart/2005/8/layout/vList5"/>
    <dgm:cxn modelId="{9788186E-BD12-4F43-8E41-CF027BB00F73}" type="presParOf" srcId="{68768F37-E8AF-4175-AE5A-4F35AF491F27}" destId="{11B91D39-325A-47B8-85EA-460A59624191}" srcOrd="17" destOrd="0" presId="urn:microsoft.com/office/officeart/2005/8/layout/vList5"/>
    <dgm:cxn modelId="{D11BB04E-1E27-4062-9FCB-4007A56F3BDF}" type="presParOf" srcId="{68768F37-E8AF-4175-AE5A-4F35AF491F27}" destId="{371D014F-7818-4FED-AD98-CDAB06350D8B}" srcOrd="18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19" destOrd="0" presId="urn:microsoft.com/office/officeart/2005/8/layout/vList5"/>
    <dgm:cxn modelId="{0532FD96-83ED-4BCC-AFC5-70DC371981E8}" type="presParOf" srcId="{68768F37-E8AF-4175-AE5A-4F35AF491F27}" destId="{DC6BB8BD-8D2C-4B08-92FA-62CB87045263}" srcOrd="20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21" destOrd="0" presId="urn:microsoft.com/office/officeart/2005/8/layout/vList5"/>
    <dgm:cxn modelId="{7DC4E693-F191-4CD7-8E8E-E5D7397D9A06}" type="presParOf" srcId="{68768F37-E8AF-4175-AE5A-4F35AF491F27}" destId="{FB7A206E-7E3B-462F-AC23-30C2571DB0C3}" srcOrd="22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23" destOrd="0" presId="urn:microsoft.com/office/officeart/2005/8/layout/vList5"/>
    <dgm:cxn modelId="{8CD42EE4-0796-4D69-B1A0-FA641B8428D0}" type="presParOf" srcId="{68768F37-E8AF-4175-AE5A-4F35AF491F27}" destId="{64E37F42-7A59-4440-8534-1517B5C1CBBA}" srcOrd="24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3C3A0F-4CC3-4C0C-BF60-57DF46D0D91F}">
      <dgm:prSet/>
      <dgm:spPr/>
      <dgm:t>
        <a:bodyPr/>
        <a:lstStyle/>
        <a:p>
          <a:r>
            <a:rPr lang="en-US" dirty="0"/>
            <a:t>4</a:t>
          </a:r>
        </a:p>
      </dgm:t>
    </dgm:pt>
    <dgm:pt modelId="{A991E67A-AD0B-443F-B7C9-390262482384}" type="parTrans" cxnId="{A7DB2FEA-1B14-423F-AC5D-A93828C4C428}">
      <dgm:prSet/>
      <dgm:spPr/>
      <dgm:t>
        <a:bodyPr/>
        <a:lstStyle/>
        <a:p>
          <a:endParaRPr lang="en-US"/>
        </a:p>
      </dgm:t>
    </dgm:pt>
    <dgm:pt modelId="{526F4B0F-6DD3-49A2-BE66-A78CA05C246E}" type="sibTrans" cxnId="{A7DB2FEA-1B14-423F-AC5D-A93828C4C428}">
      <dgm:prSet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[Reciprocal Brenner Score plane 1, Z position]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[Reciprocal Brenner Score plane 2, Z position]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[Reciprocal Brenner Score plane 3, Z position]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[Predicted Focus Z position, Nothing]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AEC05D31-F8A6-485B-A3C9-EA86D589F88C}">
      <dgm:prSet/>
      <dgm:spPr/>
      <dgm:t>
        <a:bodyPr/>
        <a:lstStyle/>
        <a:p>
          <a:r>
            <a:rPr lang="en-US" dirty="0"/>
            <a:t>Super Pixel Mask</a:t>
          </a:r>
        </a:p>
      </dgm:t>
    </dgm:pt>
    <dgm:pt modelId="{C169B256-4B63-4601-829E-9F3FD5F78113}" type="parTrans" cxnId="{CF12B55C-3214-42F6-B8B4-6A255DF55B78}">
      <dgm:prSet/>
      <dgm:spPr/>
      <dgm:t>
        <a:bodyPr/>
        <a:lstStyle/>
        <a:p>
          <a:endParaRPr lang="en-US"/>
        </a:p>
      </dgm:t>
    </dgm:pt>
    <dgm:pt modelId="{31F340C9-8A89-4781-A88E-BCBD035E26DB}" type="sibTrans" cxnId="{CF12B55C-3214-42F6-B8B4-6A255DF55B78}">
      <dgm:prSet/>
      <dgm:spPr/>
      <dgm:t>
        <a:bodyPr/>
        <a:lstStyle/>
        <a:p>
          <a:endParaRPr lang="en-US"/>
        </a:p>
      </dgm:t>
    </dgm:pt>
    <dgm:pt modelId="{7101C12E-219E-4A01-B042-409BECFD12D4}">
      <dgm:prSet/>
      <dgm:spPr/>
      <dgm:t>
        <a:bodyPr/>
        <a:lstStyle/>
        <a:p>
          <a:r>
            <a:rPr lang="en-US" dirty="0"/>
            <a:t>[All pixels 0 or 1, Nothing]</a:t>
          </a:r>
        </a:p>
      </dgm:t>
    </dgm:pt>
    <dgm:pt modelId="{3BA1AC60-DB96-49AD-90F6-D166F0DCDF9F}" type="parTrans" cxnId="{CFA2B725-2EC9-4F36-880D-5D6371A4E3F1}">
      <dgm:prSet/>
      <dgm:spPr/>
      <dgm:t>
        <a:bodyPr/>
        <a:lstStyle/>
        <a:p>
          <a:endParaRPr lang="en-US"/>
        </a:p>
      </dgm:t>
    </dgm:pt>
    <dgm:pt modelId="{046FF914-23B0-4BAB-AB69-2BD8BC5509E0}" type="sibTrans" cxnId="{CFA2B725-2EC9-4F36-880D-5D6371A4E3F1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F006D19A-3104-4C63-A9DA-B9E49927076D}" type="pres">
      <dgm:prSet presAssocID="{983C3A0F-4CC3-4C0C-BF60-57DF46D0D91F}" presName="linNode" presStyleCnt="0"/>
      <dgm:spPr/>
    </dgm:pt>
    <dgm:pt modelId="{37DDD804-7468-4745-86EB-0ADFEB1882A6}" type="pres">
      <dgm:prSet presAssocID="{983C3A0F-4CC3-4C0C-BF60-57DF46D0D91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1A37157-747C-4EF9-86E3-7060FDB3EDCF}" type="pres">
      <dgm:prSet presAssocID="{983C3A0F-4CC3-4C0C-BF60-57DF46D0D91F}" presName="descendantText" presStyleLbl="alignAccFollowNode1" presStyleIdx="0" presStyleCnt="5">
        <dgm:presLayoutVars>
          <dgm:bulletEnabled val="1"/>
        </dgm:presLayoutVars>
      </dgm:prSet>
      <dgm:spPr/>
    </dgm:pt>
    <dgm:pt modelId="{11B91D39-325A-47B8-85EA-460A59624191}" type="pres">
      <dgm:prSet presAssocID="{526F4B0F-6DD3-49A2-BE66-A78CA05C246E}" presName="sp" presStyleCnt="0"/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1" presStyleCnt="5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2" presStyleCnt="5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3" presStyleCnt="5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CFA2B725-2EC9-4F36-880D-5D6371A4E3F1}" srcId="{983C3A0F-4CC3-4C0C-BF60-57DF46D0D91F}" destId="{7101C12E-219E-4A01-B042-409BECFD12D4}" srcOrd="1" destOrd="0" parTransId="{3BA1AC60-DB96-49AD-90F6-D166F0DCDF9F}" sibTransId="{046FF914-23B0-4BAB-AB69-2BD8BC5509E0}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F142FE34-0F5C-425C-9E27-498BA21B6713}" type="presOf" srcId="{AEC05D31-F8A6-485B-A3C9-EA86D589F88C}" destId="{11A37157-747C-4EF9-86E3-7060FDB3EDCF}" srcOrd="0" destOrd="0" presId="urn:microsoft.com/office/officeart/2005/8/layout/vList5"/>
    <dgm:cxn modelId="{CF12B55C-3214-42F6-B8B4-6A255DF55B78}" srcId="{983C3A0F-4CC3-4C0C-BF60-57DF46D0D91F}" destId="{AEC05D31-F8A6-485B-A3C9-EA86D589F88C}" srcOrd="0" destOrd="0" parTransId="{C169B256-4B63-4601-829E-9F3FD5F78113}" sibTransId="{31F340C9-8A89-4781-A88E-BCBD035E26DB}"/>
    <dgm:cxn modelId="{EC904C43-393B-426F-9551-5F52BC142F96}" srcId="{E3810C7A-162E-4F59-A5CC-D6E55AA7937F}" destId="{8E9A8F67-21C2-4DC7-93DE-83AB68EF939C}" srcOrd="1" destOrd="0" parTransId="{30174DA7-30F0-4FB8-9215-9FC2AB95A66D}" sibTransId="{14F26015-A95D-4C6C-BAF7-62AEBFC532F7}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B3AB346F-EC55-4408-8874-734C5D92366B}" srcId="{E3810C7A-162E-4F59-A5CC-D6E55AA7937F}" destId="{0420C3E2-AC1A-45FF-9EF7-4296E4BF5D3C}" srcOrd="2" destOrd="0" parTransId="{88A733A7-C4C2-400F-938A-3F26045ACE9B}" sibTransId="{1EA20CFF-E163-4B52-AA53-EE0B5E963D3E}"/>
    <dgm:cxn modelId="{E6DF4253-D9EE-43EB-B6FB-A8D97546088E}" srcId="{E3810C7A-162E-4F59-A5CC-D6E55AA7937F}" destId="{966F4DBE-18B7-4C9E-B571-3C26A7DFEE84}" srcOrd="3" destOrd="0" parTransId="{7A4F4309-1991-4F78-A164-910218B0DB35}" sibTransId="{4C7B4F99-2B19-46BD-A4A9-4DE2A244C0F0}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5C72A088-4D0F-4167-B615-801655174494}" type="presOf" srcId="{7101C12E-219E-4A01-B042-409BECFD12D4}" destId="{11A37157-747C-4EF9-86E3-7060FDB3EDCF}" srcOrd="0" destOrd="1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C267ECBD-6D04-4E58-85FE-14482FA6B4C3}" srcId="{E3810C7A-162E-4F59-A5CC-D6E55AA7937F}" destId="{185F8216-23A1-4FB2-B349-994231C46ED1}" srcOrd="4" destOrd="0" parTransId="{F5E831B0-572B-42CF-9B2A-7C1E40B8E350}" sibTransId="{8D884ED0-A294-4090-B0B1-4857BAEE060B}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AA96E1D0-B982-4486-90BA-879C23B9A528}" type="presOf" srcId="{983C3A0F-4CC3-4C0C-BF60-57DF46D0D91F}" destId="{37DDD804-7468-4745-86EB-0ADFEB1882A6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A7DB2FEA-1B14-423F-AC5D-A93828C4C428}" srcId="{E3810C7A-162E-4F59-A5CC-D6E55AA7937F}" destId="{983C3A0F-4CC3-4C0C-BF60-57DF46D0D91F}" srcOrd="0" destOrd="0" parTransId="{A991E67A-AD0B-443F-B7C9-390262482384}" sibTransId="{526F4B0F-6DD3-49A2-BE66-A78CA05C246E}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930344A9-B4D9-45EB-B432-1BAA2EB74D19}" type="presParOf" srcId="{68768F37-E8AF-4175-AE5A-4F35AF491F27}" destId="{F006D19A-3104-4C63-A9DA-B9E49927076D}" srcOrd="0" destOrd="0" presId="urn:microsoft.com/office/officeart/2005/8/layout/vList5"/>
    <dgm:cxn modelId="{F69F32F8-AB3D-40DE-B4C8-2345D28363EF}" type="presParOf" srcId="{F006D19A-3104-4C63-A9DA-B9E49927076D}" destId="{37DDD804-7468-4745-86EB-0ADFEB1882A6}" srcOrd="0" destOrd="0" presId="urn:microsoft.com/office/officeart/2005/8/layout/vList5"/>
    <dgm:cxn modelId="{9AA798FD-BA09-428C-8B46-4B3FCC109E87}" type="presParOf" srcId="{F006D19A-3104-4C63-A9DA-B9E49927076D}" destId="{11A37157-747C-4EF9-86E3-7060FDB3EDCF}" srcOrd="1" destOrd="0" presId="urn:microsoft.com/office/officeart/2005/8/layout/vList5"/>
    <dgm:cxn modelId="{9788186E-BD12-4F43-8E41-CF027BB00F73}" type="presParOf" srcId="{68768F37-E8AF-4175-AE5A-4F35AF491F27}" destId="{11B91D39-325A-47B8-85EA-460A59624191}" srcOrd="1" destOrd="0" presId="urn:microsoft.com/office/officeart/2005/8/layout/vList5"/>
    <dgm:cxn modelId="{D11BB04E-1E27-4062-9FCB-4007A56F3BDF}" type="presParOf" srcId="{68768F37-E8AF-4175-AE5A-4F35AF491F27}" destId="{371D014F-7818-4FED-AD98-CDAB06350D8B}" srcOrd="2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3" destOrd="0" presId="urn:microsoft.com/office/officeart/2005/8/layout/vList5"/>
    <dgm:cxn modelId="{0532FD96-83ED-4BCC-AFC5-70DC371981E8}" type="presParOf" srcId="{68768F37-E8AF-4175-AE5A-4F35AF491F27}" destId="{DC6BB8BD-8D2C-4B08-92FA-62CB87045263}" srcOrd="4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5" destOrd="0" presId="urn:microsoft.com/office/officeart/2005/8/layout/vList5"/>
    <dgm:cxn modelId="{7DC4E693-F191-4CD7-8E8E-E5D7397D9A06}" type="presParOf" srcId="{68768F37-E8AF-4175-AE5A-4F35AF491F27}" destId="{FB7A206E-7E3B-462F-AC23-30C2571DB0C3}" srcOrd="6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7" destOrd="0" presId="urn:microsoft.com/office/officeart/2005/8/layout/vList5"/>
    <dgm:cxn modelId="{8CD42EE4-0796-4D69-B1A0-FA641B8428D0}" type="presParOf" srcId="{68768F37-E8AF-4175-AE5A-4F35AF491F27}" destId="{64E37F42-7A59-4440-8534-1517B5C1CBBA}" srcOrd="8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[X percentile intensity in image 1,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[X percentile intensity in image 2,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[X percentile intensity in image 3,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[Predicted in focus intensity, predicted focus]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0" presStyleCnt="4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1" presStyleCnt="4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2" presStyleCnt="4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EC904C43-393B-426F-9551-5F52BC142F96}" srcId="{E3810C7A-162E-4F59-A5CC-D6E55AA7937F}" destId="{8E9A8F67-21C2-4DC7-93DE-83AB68EF939C}" srcOrd="0" destOrd="0" parTransId="{30174DA7-30F0-4FB8-9215-9FC2AB95A66D}" sibTransId="{14F26015-A95D-4C6C-BAF7-62AEBFC532F7}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B3AB346F-EC55-4408-8874-734C5D92366B}" srcId="{E3810C7A-162E-4F59-A5CC-D6E55AA7937F}" destId="{0420C3E2-AC1A-45FF-9EF7-4296E4BF5D3C}" srcOrd="1" destOrd="0" parTransId="{88A733A7-C4C2-400F-938A-3F26045ACE9B}" sibTransId="{1EA20CFF-E163-4B52-AA53-EE0B5E963D3E}"/>
    <dgm:cxn modelId="{E6DF4253-D9EE-43EB-B6FB-A8D97546088E}" srcId="{E3810C7A-162E-4F59-A5CC-D6E55AA7937F}" destId="{966F4DBE-18B7-4C9E-B571-3C26A7DFEE84}" srcOrd="2" destOrd="0" parTransId="{7A4F4309-1991-4F78-A164-910218B0DB35}" sibTransId="{4C7B4F99-2B19-46BD-A4A9-4DE2A244C0F0}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C267ECBD-6D04-4E58-85FE-14482FA6B4C3}" srcId="{E3810C7A-162E-4F59-A5CC-D6E55AA7937F}" destId="{185F8216-23A1-4FB2-B349-994231C46ED1}" srcOrd="3" destOrd="0" parTransId="{F5E831B0-572B-42CF-9B2A-7C1E40B8E350}" sibTransId="{8D884ED0-A294-4090-B0B1-4857BAEE060B}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D11BB04E-1E27-4062-9FCB-4007A56F3BDF}" type="presParOf" srcId="{68768F37-E8AF-4175-AE5A-4F35AF491F27}" destId="{371D014F-7818-4FED-AD98-CDAB06350D8B}" srcOrd="0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1" destOrd="0" presId="urn:microsoft.com/office/officeart/2005/8/layout/vList5"/>
    <dgm:cxn modelId="{0532FD96-83ED-4BCC-AFC5-70DC371981E8}" type="presParOf" srcId="{68768F37-E8AF-4175-AE5A-4F35AF491F27}" destId="{DC6BB8BD-8D2C-4B08-92FA-62CB87045263}" srcOrd="2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3" destOrd="0" presId="urn:microsoft.com/office/officeart/2005/8/layout/vList5"/>
    <dgm:cxn modelId="{7DC4E693-F191-4CD7-8E8E-E5D7397D9A06}" type="presParOf" srcId="{68768F37-E8AF-4175-AE5A-4F35AF491F27}" destId="{FB7A206E-7E3B-462F-AC23-30C2571DB0C3}" srcOrd="4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5" destOrd="0" presId="urn:microsoft.com/office/officeart/2005/8/layout/vList5"/>
    <dgm:cxn modelId="{8CD42EE4-0796-4D69-B1A0-FA641B8428D0}" type="presParOf" srcId="{68768F37-E8AF-4175-AE5A-4F35AF491F27}" destId="{64E37F42-7A59-4440-8534-1517B5C1CBBA}" srcOrd="6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[X percentile intensity in image 1, 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[X percentile intensity in image 2, 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[X percentile intensity in image 3,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[Predicted in focus intensity, predicted focus]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0" presStyleCnt="4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1" presStyleCnt="4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2" presStyleCnt="4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EC904C43-393B-426F-9551-5F52BC142F96}" srcId="{E3810C7A-162E-4F59-A5CC-D6E55AA7937F}" destId="{8E9A8F67-21C2-4DC7-93DE-83AB68EF939C}" srcOrd="0" destOrd="0" parTransId="{30174DA7-30F0-4FB8-9215-9FC2AB95A66D}" sibTransId="{14F26015-A95D-4C6C-BAF7-62AEBFC532F7}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B3AB346F-EC55-4408-8874-734C5D92366B}" srcId="{E3810C7A-162E-4F59-A5CC-D6E55AA7937F}" destId="{0420C3E2-AC1A-45FF-9EF7-4296E4BF5D3C}" srcOrd="1" destOrd="0" parTransId="{88A733A7-C4C2-400F-938A-3F26045ACE9B}" sibTransId="{1EA20CFF-E163-4B52-AA53-EE0B5E963D3E}"/>
    <dgm:cxn modelId="{E6DF4253-D9EE-43EB-B6FB-A8D97546088E}" srcId="{E3810C7A-162E-4F59-A5CC-D6E55AA7937F}" destId="{966F4DBE-18B7-4C9E-B571-3C26A7DFEE84}" srcOrd="2" destOrd="0" parTransId="{7A4F4309-1991-4F78-A164-910218B0DB35}" sibTransId="{4C7B4F99-2B19-46BD-A4A9-4DE2A244C0F0}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C267ECBD-6D04-4E58-85FE-14482FA6B4C3}" srcId="{E3810C7A-162E-4F59-A5CC-D6E55AA7937F}" destId="{185F8216-23A1-4FB2-B349-994231C46ED1}" srcOrd="3" destOrd="0" parTransId="{F5E831B0-572B-42CF-9B2A-7C1E40B8E350}" sibTransId="{8D884ED0-A294-4090-B0B1-4857BAEE060B}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D11BB04E-1E27-4062-9FCB-4007A56F3BDF}" type="presParOf" srcId="{68768F37-E8AF-4175-AE5A-4F35AF491F27}" destId="{371D014F-7818-4FED-AD98-CDAB06350D8B}" srcOrd="0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1" destOrd="0" presId="urn:microsoft.com/office/officeart/2005/8/layout/vList5"/>
    <dgm:cxn modelId="{0532FD96-83ED-4BCC-AFC5-70DC371981E8}" type="presParOf" srcId="{68768F37-E8AF-4175-AE5A-4F35AF491F27}" destId="{DC6BB8BD-8D2C-4B08-92FA-62CB87045263}" srcOrd="2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3" destOrd="0" presId="urn:microsoft.com/office/officeart/2005/8/layout/vList5"/>
    <dgm:cxn modelId="{7DC4E693-F191-4CD7-8E8E-E5D7397D9A06}" type="presParOf" srcId="{68768F37-E8AF-4175-AE5A-4F35AF491F27}" destId="{FB7A206E-7E3B-462F-AC23-30C2571DB0C3}" srcOrd="4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5" destOrd="0" presId="urn:microsoft.com/office/officeart/2005/8/layout/vList5"/>
    <dgm:cxn modelId="{8CD42EE4-0796-4D69-B1A0-FA641B8428D0}" type="presParOf" srcId="{68768F37-E8AF-4175-AE5A-4F35AF491F27}" destId="{64E37F42-7A59-4440-8534-1517B5C1CBBA}" srcOrd="6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[X percentile intensity in image 1,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[X percentile intensity in image 2,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[X percentile intensity in image 3,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[Predicted in focus intensity, predicted focus]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0" presStyleCnt="4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1" presStyleCnt="4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2" presStyleCnt="4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EC904C43-393B-426F-9551-5F52BC142F96}" srcId="{E3810C7A-162E-4F59-A5CC-D6E55AA7937F}" destId="{8E9A8F67-21C2-4DC7-93DE-83AB68EF939C}" srcOrd="0" destOrd="0" parTransId="{30174DA7-30F0-4FB8-9215-9FC2AB95A66D}" sibTransId="{14F26015-A95D-4C6C-BAF7-62AEBFC532F7}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B3AB346F-EC55-4408-8874-734C5D92366B}" srcId="{E3810C7A-162E-4F59-A5CC-D6E55AA7937F}" destId="{0420C3E2-AC1A-45FF-9EF7-4296E4BF5D3C}" srcOrd="1" destOrd="0" parTransId="{88A733A7-C4C2-400F-938A-3F26045ACE9B}" sibTransId="{1EA20CFF-E163-4B52-AA53-EE0B5E963D3E}"/>
    <dgm:cxn modelId="{E6DF4253-D9EE-43EB-B6FB-A8D97546088E}" srcId="{E3810C7A-162E-4F59-A5CC-D6E55AA7937F}" destId="{966F4DBE-18B7-4C9E-B571-3C26A7DFEE84}" srcOrd="2" destOrd="0" parTransId="{7A4F4309-1991-4F78-A164-910218B0DB35}" sibTransId="{4C7B4F99-2B19-46BD-A4A9-4DE2A244C0F0}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C267ECBD-6D04-4E58-85FE-14482FA6B4C3}" srcId="{E3810C7A-162E-4F59-A5CC-D6E55AA7937F}" destId="{185F8216-23A1-4FB2-B349-994231C46ED1}" srcOrd="3" destOrd="0" parTransId="{F5E831B0-572B-42CF-9B2A-7C1E40B8E350}" sibTransId="{8D884ED0-A294-4090-B0B1-4857BAEE060B}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D11BB04E-1E27-4062-9FCB-4007A56F3BDF}" type="presParOf" srcId="{68768F37-E8AF-4175-AE5A-4F35AF491F27}" destId="{371D014F-7818-4FED-AD98-CDAB06350D8B}" srcOrd="0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1" destOrd="0" presId="urn:microsoft.com/office/officeart/2005/8/layout/vList5"/>
    <dgm:cxn modelId="{0532FD96-83ED-4BCC-AFC5-70DC371981E8}" type="presParOf" srcId="{68768F37-E8AF-4175-AE5A-4F35AF491F27}" destId="{DC6BB8BD-8D2C-4B08-92FA-62CB87045263}" srcOrd="2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3" destOrd="0" presId="urn:microsoft.com/office/officeart/2005/8/layout/vList5"/>
    <dgm:cxn modelId="{7DC4E693-F191-4CD7-8E8E-E5D7397D9A06}" type="presParOf" srcId="{68768F37-E8AF-4175-AE5A-4F35AF491F27}" destId="{FB7A206E-7E3B-462F-AC23-30C2571DB0C3}" srcOrd="4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5" destOrd="0" presId="urn:microsoft.com/office/officeart/2005/8/layout/vList5"/>
    <dgm:cxn modelId="{8CD42EE4-0796-4D69-B1A0-FA641B8428D0}" type="presParOf" srcId="{68768F37-E8AF-4175-AE5A-4F35AF491F27}" destId="{64E37F42-7A59-4440-8534-1517B5C1CBBA}" srcOrd="6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810C7A-162E-4F59-A5CC-D6E55AA793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9A8F67-21C2-4DC7-93DE-83AB68EF939C}">
      <dgm:prSet/>
      <dgm:spPr/>
      <dgm:t>
        <a:bodyPr/>
        <a:lstStyle/>
        <a:p>
          <a:r>
            <a:rPr lang="en-US" dirty="0"/>
            <a:t>3</a:t>
          </a:r>
        </a:p>
      </dgm:t>
    </dgm:pt>
    <dgm:pt modelId="{30174DA7-30F0-4FB8-9215-9FC2AB95A66D}" type="parTrans" cxnId="{EC904C43-393B-426F-9551-5F52BC142F96}">
      <dgm:prSet/>
      <dgm:spPr/>
      <dgm:t>
        <a:bodyPr/>
        <a:lstStyle/>
        <a:p>
          <a:endParaRPr lang="en-US"/>
        </a:p>
      </dgm:t>
    </dgm:pt>
    <dgm:pt modelId="{14F26015-A95D-4C6C-BAF7-62AEBFC532F7}" type="sibTrans" cxnId="{EC904C43-393B-426F-9551-5F52BC142F96}">
      <dgm:prSet/>
      <dgm:spPr/>
      <dgm:t>
        <a:bodyPr/>
        <a:lstStyle/>
        <a:p>
          <a:endParaRPr lang="en-US"/>
        </a:p>
      </dgm:t>
    </dgm:pt>
    <dgm:pt modelId="{0420C3E2-AC1A-45FF-9EF7-4296E4BF5D3C}">
      <dgm:prSet/>
      <dgm:spPr/>
      <dgm:t>
        <a:bodyPr/>
        <a:lstStyle/>
        <a:p>
          <a:r>
            <a:rPr lang="en-US" dirty="0"/>
            <a:t>2</a:t>
          </a:r>
        </a:p>
      </dgm:t>
    </dgm:pt>
    <dgm:pt modelId="{88A733A7-C4C2-400F-938A-3F26045ACE9B}" type="parTrans" cxnId="{B3AB346F-EC55-4408-8874-734C5D92366B}">
      <dgm:prSet/>
      <dgm:spPr/>
      <dgm:t>
        <a:bodyPr/>
        <a:lstStyle/>
        <a:p>
          <a:endParaRPr lang="en-US"/>
        </a:p>
      </dgm:t>
    </dgm:pt>
    <dgm:pt modelId="{1EA20CFF-E163-4B52-AA53-EE0B5E963D3E}" type="sibTrans" cxnId="{B3AB346F-EC55-4408-8874-734C5D92366B}">
      <dgm:prSet/>
      <dgm:spPr/>
      <dgm:t>
        <a:bodyPr/>
        <a:lstStyle/>
        <a:p>
          <a:endParaRPr lang="en-US"/>
        </a:p>
      </dgm:t>
    </dgm:pt>
    <dgm:pt modelId="{966F4DBE-18B7-4C9E-B571-3C26A7DFEE84}">
      <dgm:prSet/>
      <dgm:spPr/>
      <dgm:t>
        <a:bodyPr/>
        <a:lstStyle/>
        <a:p>
          <a:r>
            <a:rPr lang="en-US" dirty="0"/>
            <a:t>1</a:t>
          </a:r>
        </a:p>
      </dgm:t>
    </dgm:pt>
    <dgm:pt modelId="{7A4F4309-1991-4F78-A164-910218B0DB35}" type="parTrans" cxnId="{E6DF4253-D9EE-43EB-B6FB-A8D97546088E}">
      <dgm:prSet/>
      <dgm:spPr/>
      <dgm:t>
        <a:bodyPr/>
        <a:lstStyle/>
        <a:p>
          <a:endParaRPr lang="en-US"/>
        </a:p>
      </dgm:t>
    </dgm:pt>
    <dgm:pt modelId="{4C7B4F99-2B19-46BD-A4A9-4DE2A244C0F0}" type="sibTrans" cxnId="{E6DF4253-D9EE-43EB-B6FB-A8D97546088E}">
      <dgm:prSet/>
      <dgm:spPr/>
      <dgm:t>
        <a:bodyPr/>
        <a:lstStyle/>
        <a:p>
          <a:endParaRPr lang="en-US"/>
        </a:p>
      </dgm:t>
    </dgm:pt>
    <dgm:pt modelId="{185F8216-23A1-4FB2-B349-994231C46ED1}">
      <dgm:prSet/>
      <dgm:spPr/>
      <dgm:t>
        <a:bodyPr/>
        <a:lstStyle/>
        <a:p>
          <a:r>
            <a:rPr lang="en-US" dirty="0"/>
            <a:t>0</a:t>
          </a:r>
        </a:p>
      </dgm:t>
    </dgm:pt>
    <dgm:pt modelId="{F5E831B0-572B-42CF-9B2A-7C1E40B8E350}" type="parTrans" cxnId="{C267ECBD-6D04-4E58-85FE-14482FA6B4C3}">
      <dgm:prSet/>
      <dgm:spPr/>
      <dgm:t>
        <a:bodyPr/>
        <a:lstStyle/>
        <a:p>
          <a:endParaRPr lang="en-US"/>
        </a:p>
      </dgm:t>
    </dgm:pt>
    <dgm:pt modelId="{8D884ED0-A294-4090-B0B1-4857BAEE060B}" type="sibTrans" cxnId="{C267ECBD-6D04-4E58-85FE-14482FA6B4C3}">
      <dgm:prSet/>
      <dgm:spPr/>
      <dgm:t>
        <a:bodyPr/>
        <a:lstStyle/>
        <a:p>
          <a:endParaRPr lang="en-US"/>
        </a:p>
      </dgm:t>
    </dgm:pt>
    <dgm:pt modelId="{DA6687DC-701B-4988-BB1E-CC044E48B7C3}">
      <dgm:prSet/>
      <dgm:spPr/>
      <dgm:t>
        <a:bodyPr/>
        <a:lstStyle/>
        <a:p>
          <a:r>
            <a:rPr lang="en-US" dirty="0"/>
            <a:t>[X percentile intensity in image 1,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FBCB022D-F7DA-4589-AFF1-C1F134FA7602}" type="parTrans" cxnId="{AA03CDF1-F46F-457C-9510-B7C530776D2A}">
      <dgm:prSet/>
      <dgm:spPr/>
      <dgm:t>
        <a:bodyPr/>
        <a:lstStyle/>
        <a:p>
          <a:endParaRPr lang="en-US"/>
        </a:p>
      </dgm:t>
    </dgm:pt>
    <dgm:pt modelId="{816D2C10-F066-48C1-987D-6FD3BC108FED}" type="sibTrans" cxnId="{AA03CDF1-F46F-457C-9510-B7C530776D2A}">
      <dgm:prSet/>
      <dgm:spPr/>
      <dgm:t>
        <a:bodyPr/>
        <a:lstStyle/>
        <a:p>
          <a:endParaRPr lang="en-US"/>
        </a:p>
      </dgm:t>
    </dgm:pt>
    <dgm:pt modelId="{CEFDD106-F9FC-402E-BFDF-39E622689F49}">
      <dgm:prSet/>
      <dgm:spPr/>
      <dgm:t>
        <a:bodyPr/>
        <a:lstStyle/>
        <a:p>
          <a:r>
            <a:rPr lang="en-US" dirty="0"/>
            <a:t>[X percentile intensity in image 2,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91FF41B1-5657-4469-9352-2A29EC71074D}" type="parTrans" cxnId="{7C0AD219-1D96-4D04-8386-D509793E5A3E}">
      <dgm:prSet/>
      <dgm:spPr/>
      <dgm:t>
        <a:bodyPr/>
        <a:lstStyle/>
        <a:p>
          <a:endParaRPr lang="en-US"/>
        </a:p>
      </dgm:t>
    </dgm:pt>
    <dgm:pt modelId="{EFC80601-5E3D-45F4-9EB4-4C20FBB6B675}" type="sibTrans" cxnId="{7C0AD219-1D96-4D04-8386-D509793E5A3E}">
      <dgm:prSet/>
      <dgm:spPr/>
      <dgm:t>
        <a:bodyPr/>
        <a:lstStyle/>
        <a:p>
          <a:endParaRPr lang="en-US"/>
        </a:p>
      </dgm:t>
    </dgm:pt>
    <dgm:pt modelId="{82E0C83C-052B-4AC6-A9A9-2C20F67A5624}">
      <dgm:prSet/>
      <dgm:spPr/>
      <dgm:t>
        <a:bodyPr/>
        <a:lstStyle/>
        <a:p>
          <a:r>
            <a:rPr lang="en-US" dirty="0"/>
            <a:t>[X percentile intensity in image 3, Z position, </a:t>
          </a:r>
          <a:r>
            <a:rPr lang="en-US" dirty="0" err="1"/>
            <a:t>exp_time</a:t>
          </a:r>
          <a:r>
            <a:rPr lang="en-US" dirty="0"/>
            <a:t> ]</a:t>
          </a:r>
        </a:p>
      </dgm:t>
    </dgm:pt>
    <dgm:pt modelId="{EC1A0C41-07BE-4A6E-A4E7-0D943109EEB0}" type="parTrans" cxnId="{592DED06-A3ED-4401-9262-A47D9A9EE3BA}">
      <dgm:prSet/>
      <dgm:spPr/>
      <dgm:t>
        <a:bodyPr/>
        <a:lstStyle/>
        <a:p>
          <a:endParaRPr lang="en-US"/>
        </a:p>
      </dgm:t>
    </dgm:pt>
    <dgm:pt modelId="{593E7D2A-7550-4C6B-B7FD-413BE61BFDA6}" type="sibTrans" cxnId="{592DED06-A3ED-4401-9262-A47D9A9EE3BA}">
      <dgm:prSet/>
      <dgm:spPr/>
      <dgm:t>
        <a:bodyPr/>
        <a:lstStyle/>
        <a:p>
          <a:endParaRPr lang="en-US"/>
        </a:p>
      </dgm:t>
    </dgm:pt>
    <dgm:pt modelId="{A9EBFBFA-0405-4B1A-854B-6E9ACE1EC301}">
      <dgm:prSet/>
      <dgm:spPr/>
      <dgm:t>
        <a:bodyPr/>
        <a:lstStyle/>
        <a:p>
          <a:r>
            <a:rPr lang="en-US" dirty="0"/>
            <a:t>[Predicted in focus intensity, predicted focus]</a:t>
          </a:r>
        </a:p>
      </dgm:t>
    </dgm:pt>
    <dgm:pt modelId="{BFEA87ED-BF5B-4D67-B0F9-8B8381D3DCA1}" type="parTrans" cxnId="{4166802A-65A2-4546-97F1-D1FDBC5B7E04}">
      <dgm:prSet/>
      <dgm:spPr/>
      <dgm:t>
        <a:bodyPr/>
        <a:lstStyle/>
        <a:p>
          <a:endParaRPr lang="en-US"/>
        </a:p>
      </dgm:t>
    </dgm:pt>
    <dgm:pt modelId="{151E4389-BB48-46E8-BD41-CB767C89C276}" type="sibTrans" cxnId="{4166802A-65A2-4546-97F1-D1FDBC5B7E04}">
      <dgm:prSet/>
      <dgm:spPr/>
      <dgm:t>
        <a:bodyPr/>
        <a:lstStyle/>
        <a:p>
          <a:endParaRPr lang="en-US"/>
        </a:p>
      </dgm:t>
    </dgm:pt>
    <dgm:pt modelId="{68768F37-E8AF-4175-AE5A-4F35AF491F27}" type="pres">
      <dgm:prSet presAssocID="{E3810C7A-162E-4F59-A5CC-D6E55AA7937F}" presName="Name0" presStyleCnt="0">
        <dgm:presLayoutVars>
          <dgm:dir/>
          <dgm:animLvl val="lvl"/>
          <dgm:resizeHandles val="exact"/>
        </dgm:presLayoutVars>
      </dgm:prSet>
      <dgm:spPr/>
    </dgm:pt>
    <dgm:pt modelId="{371D014F-7818-4FED-AD98-CDAB06350D8B}" type="pres">
      <dgm:prSet presAssocID="{8E9A8F67-21C2-4DC7-93DE-83AB68EF939C}" presName="linNode" presStyleCnt="0"/>
      <dgm:spPr/>
    </dgm:pt>
    <dgm:pt modelId="{15B1535D-7A2F-4187-BF40-F7B12325C164}" type="pres">
      <dgm:prSet presAssocID="{8E9A8F67-21C2-4DC7-93DE-83AB68EF939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0E40ED8-44BE-430D-B675-928F3AAF69F6}" type="pres">
      <dgm:prSet presAssocID="{8E9A8F67-21C2-4DC7-93DE-83AB68EF939C}" presName="descendantText" presStyleLbl="alignAccFollowNode1" presStyleIdx="0" presStyleCnt="4">
        <dgm:presLayoutVars>
          <dgm:bulletEnabled val="1"/>
        </dgm:presLayoutVars>
      </dgm:prSet>
      <dgm:spPr/>
    </dgm:pt>
    <dgm:pt modelId="{B91562B5-AAC5-49AA-AE45-896A131D0023}" type="pres">
      <dgm:prSet presAssocID="{14F26015-A95D-4C6C-BAF7-62AEBFC532F7}" presName="sp" presStyleCnt="0"/>
      <dgm:spPr/>
    </dgm:pt>
    <dgm:pt modelId="{DC6BB8BD-8D2C-4B08-92FA-62CB87045263}" type="pres">
      <dgm:prSet presAssocID="{0420C3E2-AC1A-45FF-9EF7-4296E4BF5D3C}" presName="linNode" presStyleCnt="0"/>
      <dgm:spPr/>
    </dgm:pt>
    <dgm:pt modelId="{1DD2327A-0023-43BD-AE1D-76839AC91220}" type="pres">
      <dgm:prSet presAssocID="{0420C3E2-AC1A-45FF-9EF7-4296E4BF5D3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66FD841-E172-4F54-A46D-4FEB62724531}" type="pres">
      <dgm:prSet presAssocID="{0420C3E2-AC1A-45FF-9EF7-4296E4BF5D3C}" presName="descendantText" presStyleLbl="alignAccFollowNode1" presStyleIdx="1" presStyleCnt="4">
        <dgm:presLayoutVars>
          <dgm:bulletEnabled val="1"/>
        </dgm:presLayoutVars>
      </dgm:prSet>
      <dgm:spPr/>
    </dgm:pt>
    <dgm:pt modelId="{295A0221-CC3F-49AC-BF83-475100CFBFE3}" type="pres">
      <dgm:prSet presAssocID="{1EA20CFF-E163-4B52-AA53-EE0B5E963D3E}" presName="sp" presStyleCnt="0"/>
      <dgm:spPr/>
    </dgm:pt>
    <dgm:pt modelId="{FB7A206E-7E3B-462F-AC23-30C2571DB0C3}" type="pres">
      <dgm:prSet presAssocID="{966F4DBE-18B7-4C9E-B571-3C26A7DFEE84}" presName="linNode" presStyleCnt="0"/>
      <dgm:spPr/>
    </dgm:pt>
    <dgm:pt modelId="{34510324-D802-4FC9-9901-97AFD6953F67}" type="pres">
      <dgm:prSet presAssocID="{966F4DBE-18B7-4C9E-B571-3C26A7DFEE8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84C82D3-8114-4ECC-ACD2-0C383433147E}" type="pres">
      <dgm:prSet presAssocID="{966F4DBE-18B7-4C9E-B571-3C26A7DFEE84}" presName="descendantText" presStyleLbl="alignAccFollowNode1" presStyleIdx="2" presStyleCnt="4">
        <dgm:presLayoutVars>
          <dgm:bulletEnabled val="1"/>
        </dgm:presLayoutVars>
      </dgm:prSet>
      <dgm:spPr/>
    </dgm:pt>
    <dgm:pt modelId="{44C143E0-6F71-4274-9076-D8124C48095E}" type="pres">
      <dgm:prSet presAssocID="{4C7B4F99-2B19-46BD-A4A9-4DE2A244C0F0}" presName="sp" presStyleCnt="0"/>
      <dgm:spPr/>
    </dgm:pt>
    <dgm:pt modelId="{64E37F42-7A59-4440-8534-1517B5C1CBBA}" type="pres">
      <dgm:prSet presAssocID="{185F8216-23A1-4FB2-B349-994231C46ED1}" presName="linNode" presStyleCnt="0"/>
      <dgm:spPr/>
    </dgm:pt>
    <dgm:pt modelId="{6A499025-F9DF-477C-8373-2FD3C48E42CD}" type="pres">
      <dgm:prSet presAssocID="{185F8216-23A1-4FB2-B349-994231C46ED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16281FF-B68A-4B29-9589-85A8639DAE3B}" type="pres">
      <dgm:prSet presAssocID="{185F8216-23A1-4FB2-B349-994231C46ED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92DED06-A3ED-4401-9262-A47D9A9EE3BA}" srcId="{0420C3E2-AC1A-45FF-9EF7-4296E4BF5D3C}" destId="{82E0C83C-052B-4AC6-A9A9-2C20F67A5624}" srcOrd="0" destOrd="0" parTransId="{EC1A0C41-07BE-4A6E-A4E7-0D943109EEB0}" sibTransId="{593E7D2A-7550-4C6B-B7FD-413BE61BFDA6}"/>
    <dgm:cxn modelId="{7C0AD219-1D96-4D04-8386-D509793E5A3E}" srcId="{966F4DBE-18B7-4C9E-B571-3C26A7DFEE84}" destId="{CEFDD106-F9FC-402E-BFDF-39E622689F49}" srcOrd="0" destOrd="0" parTransId="{91FF41B1-5657-4469-9352-2A29EC71074D}" sibTransId="{EFC80601-5E3D-45F4-9EB4-4C20FBB6B675}"/>
    <dgm:cxn modelId="{4166802A-65A2-4546-97F1-D1FDBC5B7E04}" srcId="{8E9A8F67-21C2-4DC7-93DE-83AB68EF939C}" destId="{A9EBFBFA-0405-4B1A-854B-6E9ACE1EC301}" srcOrd="0" destOrd="0" parTransId="{BFEA87ED-BF5B-4D67-B0F9-8B8381D3DCA1}" sibTransId="{151E4389-BB48-46E8-BD41-CB767C89C276}"/>
    <dgm:cxn modelId="{EC904C43-393B-426F-9551-5F52BC142F96}" srcId="{E3810C7A-162E-4F59-A5CC-D6E55AA7937F}" destId="{8E9A8F67-21C2-4DC7-93DE-83AB68EF939C}" srcOrd="0" destOrd="0" parTransId="{30174DA7-30F0-4FB8-9215-9FC2AB95A66D}" sibTransId="{14F26015-A95D-4C6C-BAF7-62AEBFC532F7}"/>
    <dgm:cxn modelId="{49E90F68-1223-47BD-B579-9B86B0F4DAE8}" type="presOf" srcId="{A9EBFBFA-0405-4B1A-854B-6E9ACE1EC301}" destId="{70E40ED8-44BE-430D-B675-928F3AAF69F6}" srcOrd="0" destOrd="0" presId="urn:microsoft.com/office/officeart/2005/8/layout/vList5"/>
    <dgm:cxn modelId="{D869B949-D1C6-41B1-9D87-E0C4D7AFF3F9}" type="presOf" srcId="{185F8216-23A1-4FB2-B349-994231C46ED1}" destId="{6A499025-F9DF-477C-8373-2FD3C48E42CD}" srcOrd="0" destOrd="0" presId="urn:microsoft.com/office/officeart/2005/8/layout/vList5"/>
    <dgm:cxn modelId="{B3AB346F-EC55-4408-8874-734C5D92366B}" srcId="{E3810C7A-162E-4F59-A5CC-D6E55AA7937F}" destId="{0420C3E2-AC1A-45FF-9EF7-4296E4BF5D3C}" srcOrd="1" destOrd="0" parTransId="{88A733A7-C4C2-400F-938A-3F26045ACE9B}" sibTransId="{1EA20CFF-E163-4B52-AA53-EE0B5E963D3E}"/>
    <dgm:cxn modelId="{E6DF4253-D9EE-43EB-B6FB-A8D97546088E}" srcId="{E3810C7A-162E-4F59-A5CC-D6E55AA7937F}" destId="{966F4DBE-18B7-4C9E-B571-3C26A7DFEE84}" srcOrd="2" destOrd="0" parTransId="{7A4F4309-1991-4F78-A164-910218B0DB35}" sibTransId="{4C7B4F99-2B19-46BD-A4A9-4DE2A244C0F0}"/>
    <dgm:cxn modelId="{1907A985-D10F-4950-A259-C39FD6194C87}" type="presOf" srcId="{0420C3E2-AC1A-45FF-9EF7-4296E4BF5D3C}" destId="{1DD2327A-0023-43BD-AE1D-76839AC91220}" srcOrd="0" destOrd="0" presId="urn:microsoft.com/office/officeart/2005/8/layout/vList5"/>
    <dgm:cxn modelId="{83976B90-EED7-4370-B205-F9C26B4DAB10}" type="presOf" srcId="{CEFDD106-F9FC-402E-BFDF-39E622689F49}" destId="{584C82D3-8114-4ECC-ACD2-0C383433147E}" srcOrd="0" destOrd="0" presId="urn:microsoft.com/office/officeart/2005/8/layout/vList5"/>
    <dgm:cxn modelId="{1A3E54A5-17A1-4C66-9387-C7412A2BC8A5}" type="presOf" srcId="{E3810C7A-162E-4F59-A5CC-D6E55AA7937F}" destId="{68768F37-E8AF-4175-AE5A-4F35AF491F27}" srcOrd="0" destOrd="0" presId="urn:microsoft.com/office/officeart/2005/8/layout/vList5"/>
    <dgm:cxn modelId="{C267ECBD-6D04-4E58-85FE-14482FA6B4C3}" srcId="{E3810C7A-162E-4F59-A5CC-D6E55AA7937F}" destId="{185F8216-23A1-4FB2-B349-994231C46ED1}" srcOrd="3" destOrd="0" parTransId="{F5E831B0-572B-42CF-9B2A-7C1E40B8E350}" sibTransId="{8D884ED0-A294-4090-B0B1-4857BAEE060B}"/>
    <dgm:cxn modelId="{38BC94CC-4EBC-4DEE-9E06-E223C5F2D7CF}" type="presOf" srcId="{966F4DBE-18B7-4C9E-B571-3C26A7DFEE84}" destId="{34510324-D802-4FC9-9901-97AFD6953F67}" srcOrd="0" destOrd="0" presId="urn:microsoft.com/office/officeart/2005/8/layout/vList5"/>
    <dgm:cxn modelId="{76A80EDE-FC09-480F-9444-38E5F00F17E7}" type="presOf" srcId="{8E9A8F67-21C2-4DC7-93DE-83AB68EF939C}" destId="{15B1535D-7A2F-4187-BF40-F7B12325C164}" srcOrd="0" destOrd="0" presId="urn:microsoft.com/office/officeart/2005/8/layout/vList5"/>
    <dgm:cxn modelId="{3B5896EB-7F88-498E-98EC-0117E5A8A1F3}" type="presOf" srcId="{82E0C83C-052B-4AC6-A9A9-2C20F67A5624}" destId="{A66FD841-E172-4F54-A46D-4FEB62724531}" srcOrd="0" destOrd="0" presId="urn:microsoft.com/office/officeart/2005/8/layout/vList5"/>
    <dgm:cxn modelId="{AA03CDF1-F46F-457C-9510-B7C530776D2A}" srcId="{185F8216-23A1-4FB2-B349-994231C46ED1}" destId="{DA6687DC-701B-4988-BB1E-CC044E48B7C3}" srcOrd="0" destOrd="0" parTransId="{FBCB022D-F7DA-4589-AFF1-C1F134FA7602}" sibTransId="{816D2C10-F066-48C1-987D-6FD3BC108FED}"/>
    <dgm:cxn modelId="{E0E6BBFD-CAE5-428B-AB9C-41F6DCB75554}" type="presOf" srcId="{DA6687DC-701B-4988-BB1E-CC044E48B7C3}" destId="{A16281FF-B68A-4B29-9589-85A8639DAE3B}" srcOrd="0" destOrd="0" presId="urn:microsoft.com/office/officeart/2005/8/layout/vList5"/>
    <dgm:cxn modelId="{D11BB04E-1E27-4062-9FCB-4007A56F3BDF}" type="presParOf" srcId="{68768F37-E8AF-4175-AE5A-4F35AF491F27}" destId="{371D014F-7818-4FED-AD98-CDAB06350D8B}" srcOrd="0" destOrd="0" presId="urn:microsoft.com/office/officeart/2005/8/layout/vList5"/>
    <dgm:cxn modelId="{48FF7B74-1863-4C64-9D6F-CBC2F1473ECF}" type="presParOf" srcId="{371D014F-7818-4FED-AD98-CDAB06350D8B}" destId="{15B1535D-7A2F-4187-BF40-F7B12325C164}" srcOrd="0" destOrd="0" presId="urn:microsoft.com/office/officeart/2005/8/layout/vList5"/>
    <dgm:cxn modelId="{5FECEBA9-962F-44E3-A53C-9935E6DB51B2}" type="presParOf" srcId="{371D014F-7818-4FED-AD98-CDAB06350D8B}" destId="{70E40ED8-44BE-430D-B675-928F3AAF69F6}" srcOrd="1" destOrd="0" presId="urn:microsoft.com/office/officeart/2005/8/layout/vList5"/>
    <dgm:cxn modelId="{6CF4CCFF-D966-4DD5-B59C-FE4EBE2B82D5}" type="presParOf" srcId="{68768F37-E8AF-4175-AE5A-4F35AF491F27}" destId="{B91562B5-AAC5-49AA-AE45-896A131D0023}" srcOrd="1" destOrd="0" presId="urn:microsoft.com/office/officeart/2005/8/layout/vList5"/>
    <dgm:cxn modelId="{0532FD96-83ED-4BCC-AFC5-70DC371981E8}" type="presParOf" srcId="{68768F37-E8AF-4175-AE5A-4F35AF491F27}" destId="{DC6BB8BD-8D2C-4B08-92FA-62CB87045263}" srcOrd="2" destOrd="0" presId="urn:microsoft.com/office/officeart/2005/8/layout/vList5"/>
    <dgm:cxn modelId="{4DB9BADB-462A-4C8D-BCAB-5CE50AD06D8F}" type="presParOf" srcId="{DC6BB8BD-8D2C-4B08-92FA-62CB87045263}" destId="{1DD2327A-0023-43BD-AE1D-76839AC91220}" srcOrd="0" destOrd="0" presId="urn:microsoft.com/office/officeart/2005/8/layout/vList5"/>
    <dgm:cxn modelId="{077EE67C-DD5E-499D-A2C0-3BA2A1BF06F7}" type="presParOf" srcId="{DC6BB8BD-8D2C-4B08-92FA-62CB87045263}" destId="{A66FD841-E172-4F54-A46D-4FEB62724531}" srcOrd="1" destOrd="0" presId="urn:microsoft.com/office/officeart/2005/8/layout/vList5"/>
    <dgm:cxn modelId="{2D7E4484-B9F0-4073-83F8-99DAC6B33B9C}" type="presParOf" srcId="{68768F37-E8AF-4175-AE5A-4F35AF491F27}" destId="{295A0221-CC3F-49AC-BF83-475100CFBFE3}" srcOrd="3" destOrd="0" presId="urn:microsoft.com/office/officeart/2005/8/layout/vList5"/>
    <dgm:cxn modelId="{7DC4E693-F191-4CD7-8E8E-E5D7397D9A06}" type="presParOf" srcId="{68768F37-E8AF-4175-AE5A-4F35AF491F27}" destId="{FB7A206E-7E3B-462F-AC23-30C2571DB0C3}" srcOrd="4" destOrd="0" presId="urn:microsoft.com/office/officeart/2005/8/layout/vList5"/>
    <dgm:cxn modelId="{A143D239-D44E-4E94-A57F-153E8CA454C9}" type="presParOf" srcId="{FB7A206E-7E3B-462F-AC23-30C2571DB0C3}" destId="{34510324-D802-4FC9-9901-97AFD6953F67}" srcOrd="0" destOrd="0" presId="urn:microsoft.com/office/officeart/2005/8/layout/vList5"/>
    <dgm:cxn modelId="{CEB23AE9-40A0-4282-B4D6-5B8E5FBDC872}" type="presParOf" srcId="{FB7A206E-7E3B-462F-AC23-30C2571DB0C3}" destId="{584C82D3-8114-4ECC-ACD2-0C383433147E}" srcOrd="1" destOrd="0" presId="urn:microsoft.com/office/officeart/2005/8/layout/vList5"/>
    <dgm:cxn modelId="{E8C20AF7-438A-4D4B-908C-D10C7AF97439}" type="presParOf" srcId="{68768F37-E8AF-4175-AE5A-4F35AF491F27}" destId="{44C143E0-6F71-4274-9076-D8124C48095E}" srcOrd="5" destOrd="0" presId="urn:microsoft.com/office/officeart/2005/8/layout/vList5"/>
    <dgm:cxn modelId="{8CD42EE4-0796-4D69-B1A0-FA641B8428D0}" type="presParOf" srcId="{68768F37-E8AF-4175-AE5A-4F35AF491F27}" destId="{64E37F42-7A59-4440-8534-1517B5C1CBBA}" srcOrd="6" destOrd="0" presId="urn:microsoft.com/office/officeart/2005/8/layout/vList5"/>
    <dgm:cxn modelId="{CE0D718C-2833-4AD6-8CF6-05D0D6AEC973}" type="presParOf" srcId="{64E37F42-7A59-4440-8534-1517B5C1CBBA}" destId="{6A499025-F9DF-477C-8373-2FD3C48E42CD}" srcOrd="0" destOrd="0" presId="urn:microsoft.com/office/officeart/2005/8/layout/vList5"/>
    <dgm:cxn modelId="{7A4A9B23-72DF-435C-A247-8C5AE1EB13AE}" type="presParOf" srcId="{64E37F42-7A59-4440-8534-1517B5C1CBBA}" destId="{A16281FF-B68A-4B29-9589-85A8639DAE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99CE2-C13F-47B3-AC43-76BD96AB85CB}">
      <dsp:nvSpPr>
        <dsp:cNvPr id="0" name=""/>
        <dsp:cNvSpPr/>
      </dsp:nvSpPr>
      <dsp:spPr>
        <a:xfrm rot="5400000">
          <a:off x="-255897" y="1390376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C7ABC-7518-412B-833F-F58B31599152}">
      <dsp:nvSpPr>
        <dsp:cNvPr id="0" name=""/>
        <dsp:cNvSpPr/>
      </dsp:nvSpPr>
      <dsp:spPr>
        <a:xfrm>
          <a:off x="244999" y="571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XY Coordinates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Obtain XY tile coordinates via micro </a:t>
          </a:r>
          <a:r>
            <a:rPr lang="en-US" sz="1300" kern="1200" dirty="0" err="1"/>
            <a:t>magellan</a:t>
          </a:r>
          <a:r>
            <a:rPr lang="en-US" sz="1300" kern="1200" dirty="0"/>
            <a:t> surface</a:t>
          </a:r>
        </a:p>
      </dsp:txBody>
      <dsp:txXfrm>
        <a:off x="296243" y="51815"/>
        <a:ext cx="2813518" cy="1647115"/>
      </dsp:txXfrm>
    </dsp:sp>
    <dsp:sp modelId="{37AFA178-22A8-4683-97D1-5B556534F0BA}">
      <dsp:nvSpPr>
        <dsp:cNvPr id="0" name=""/>
        <dsp:cNvSpPr/>
      </dsp:nvSpPr>
      <dsp:spPr>
        <a:xfrm rot="5400000">
          <a:off x="-255897" y="3577381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05AC7-DBB5-488E-8F51-5E76282C7FD0}">
      <dsp:nvSpPr>
        <dsp:cNvPr id="0" name=""/>
        <dsp:cNvSpPr/>
      </dsp:nvSpPr>
      <dsp:spPr>
        <a:xfrm>
          <a:off x="244999" y="2187576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Choose Tiles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Determine which tiles to focus on</a:t>
          </a:r>
        </a:p>
      </dsp:txBody>
      <dsp:txXfrm>
        <a:off x="296243" y="2238820"/>
        <a:ext cx="2813518" cy="1647115"/>
      </dsp:txXfrm>
    </dsp:sp>
    <dsp:sp modelId="{AEA8BDC5-C509-499B-B561-7BEF1A1CC871}">
      <dsp:nvSpPr>
        <dsp:cNvPr id="0" name=""/>
        <dsp:cNvSpPr/>
      </dsp:nvSpPr>
      <dsp:spPr>
        <a:xfrm>
          <a:off x="837604" y="4670883"/>
          <a:ext cx="3868884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B359D-001A-4D60-B44D-1DECCFCDACA5}">
      <dsp:nvSpPr>
        <dsp:cNvPr id="0" name=""/>
        <dsp:cNvSpPr/>
      </dsp:nvSpPr>
      <dsp:spPr>
        <a:xfrm>
          <a:off x="244999" y="4374580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Capture 3 plane images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At each determined tile, capture full frame images from 3 different z planes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Gaps between z planes is predetermined</a:t>
          </a:r>
        </a:p>
      </dsp:txBody>
      <dsp:txXfrm>
        <a:off x="296243" y="4425824"/>
        <a:ext cx="2813518" cy="1647115"/>
      </dsp:txXfrm>
    </dsp:sp>
    <dsp:sp modelId="{B7BB2392-BB5E-4DF1-BF99-7E7D560AD433}">
      <dsp:nvSpPr>
        <dsp:cNvPr id="0" name=""/>
        <dsp:cNvSpPr/>
      </dsp:nvSpPr>
      <dsp:spPr>
        <a:xfrm rot="16200000">
          <a:off x="3622390" y="3577381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49B02-3072-44F9-9533-AF554899A956}">
      <dsp:nvSpPr>
        <dsp:cNvPr id="0" name=""/>
        <dsp:cNvSpPr/>
      </dsp:nvSpPr>
      <dsp:spPr>
        <a:xfrm>
          <a:off x="4123287" y="4374580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Break Images into super pixels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Divide each image into an array of sub areas dubbed ‘super pixels’</a:t>
          </a:r>
        </a:p>
      </dsp:txBody>
      <dsp:txXfrm>
        <a:off x="4174531" y="4425824"/>
        <a:ext cx="2813518" cy="1647115"/>
      </dsp:txXfrm>
    </dsp:sp>
    <dsp:sp modelId="{096A5486-9BA7-4FE9-9644-07F530312A0B}">
      <dsp:nvSpPr>
        <dsp:cNvPr id="0" name=""/>
        <dsp:cNvSpPr/>
      </dsp:nvSpPr>
      <dsp:spPr>
        <a:xfrm rot="16200000">
          <a:off x="3622390" y="1390376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6F601-4ED0-493D-91DF-47CD7407BCE6}">
      <dsp:nvSpPr>
        <dsp:cNvPr id="0" name=""/>
        <dsp:cNvSpPr/>
      </dsp:nvSpPr>
      <dsp:spPr>
        <a:xfrm>
          <a:off x="4123287" y="2187576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Calculate reciprocal Brenner Score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Calculate </a:t>
          </a:r>
          <a:r>
            <a:rPr lang="en-US" sz="1300" kern="1200" dirty="0" err="1"/>
            <a:t>brenner</a:t>
          </a:r>
          <a:r>
            <a:rPr lang="en-US" sz="1300" kern="1200" dirty="0"/>
            <a:t> score for each super pixel and take reciprocal of it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Brenner score is pixel(col, row) – pixel(col + n, row). </a:t>
          </a:r>
        </a:p>
      </dsp:txBody>
      <dsp:txXfrm>
        <a:off x="4174531" y="2238820"/>
        <a:ext cx="2813518" cy="1647115"/>
      </dsp:txXfrm>
    </dsp:sp>
    <dsp:sp modelId="{C2DB39C2-1DF2-407C-B141-E86562C1EEDC}">
      <dsp:nvSpPr>
        <dsp:cNvPr id="0" name=""/>
        <dsp:cNvSpPr/>
      </dsp:nvSpPr>
      <dsp:spPr>
        <a:xfrm>
          <a:off x="4715892" y="296874"/>
          <a:ext cx="3868884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1F347-C834-4A13-835D-94E4B115E8E4}">
      <dsp:nvSpPr>
        <dsp:cNvPr id="0" name=""/>
        <dsp:cNvSpPr/>
      </dsp:nvSpPr>
      <dsp:spPr>
        <a:xfrm>
          <a:off x="4123287" y="571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Filter Brenner Score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Filter out background super pixels via ‘Well Depth’</a:t>
          </a:r>
        </a:p>
      </dsp:txBody>
      <dsp:txXfrm>
        <a:off x="4174531" y="51815"/>
        <a:ext cx="2813518" cy="1647115"/>
      </dsp:txXfrm>
    </dsp:sp>
    <dsp:sp modelId="{864A58B4-1299-4562-8E70-1FFE22770152}">
      <dsp:nvSpPr>
        <dsp:cNvPr id="0" name=""/>
        <dsp:cNvSpPr/>
      </dsp:nvSpPr>
      <dsp:spPr>
        <a:xfrm rot="5400000">
          <a:off x="7500678" y="1390376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8C62D-213D-4A62-9476-96E0FD66E303}">
      <dsp:nvSpPr>
        <dsp:cNvPr id="0" name=""/>
        <dsp:cNvSpPr/>
      </dsp:nvSpPr>
      <dsp:spPr>
        <a:xfrm>
          <a:off x="8001575" y="571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Make Focus Prediction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Take 3 point reciprocal </a:t>
          </a:r>
          <a:r>
            <a:rPr lang="en-US" sz="1300" kern="1200" dirty="0" err="1"/>
            <a:t>brenner</a:t>
          </a:r>
          <a:r>
            <a:rPr lang="en-US" sz="1300" kern="1200" dirty="0"/>
            <a:t> score, solve quad equation and solve for derivative = 0 to find projected focus position. Use Gauss-Jordan reduction to solve</a:t>
          </a:r>
        </a:p>
      </dsp:txBody>
      <dsp:txXfrm>
        <a:off x="8052819" y="51815"/>
        <a:ext cx="2813518" cy="1647115"/>
      </dsp:txXfrm>
    </dsp:sp>
    <dsp:sp modelId="{EC5E0C28-B80B-479E-B512-EB6114FA657A}">
      <dsp:nvSpPr>
        <dsp:cNvPr id="0" name=""/>
        <dsp:cNvSpPr/>
      </dsp:nvSpPr>
      <dsp:spPr>
        <a:xfrm rot="5400000">
          <a:off x="7500678" y="3577381"/>
          <a:ext cx="2177600" cy="26244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36896-3E6D-45BE-A363-822F5E62F85B}">
      <dsp:nvSpPr>
        <dsp:cNvPr id="0" name=""/>
        <dsp:cNvSpPr/>
      </dsp:nvSpPr>
      <dsp:spPr>
        <a:xfrm>
          <a:off x="8001575" y="2187576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Fit Plane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Fit best plane to all points (X,Y, Predicted focus z position)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 outlier dampening loss function to best fit with</a:t>
          </a:r>
        </a:p>
      </dsp:txBody>
      <dsp:txXfrm>
        <a:off x="8052819" y="2238820"/>
        <a:ext cx="2813518" cy="1647115"/>
      </dsp:txXfrm>
    </dsp:sp>
    <dsp:sp modelId="{87A42A06-A370-44BB-A987-CC10B0F7DBF6}">
      <dsp:nvSpPr>
        <dsp:cNvPr id="0" name=""/>
        <dsp:cNvSpPr/>
      </dsp:nvSpPr>
      <dsp:spPr>
        <a:xfrm>
          <a:off x="8001575" y="4374580"/>
          <a:ext cx="2916006" cy="1749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Populate Focus Map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 Plane(XY coordinates) to determine Z position for focus map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Pop FM array with depth of focus across 1 FOV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Z value in FM is top value. Work down when capturing more planes</a:t>
          </a:r>
        </a:p>
      </dsp:txBody>
      <dsp:txXfrm>
        <a:off x="8052819" y="4425824"/>
        <a:ext cx="2813518" cy="1647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069D4-725E-4494-8846-60EDD57DC479}">
      <dsp:nvSpPr>
        <dsp:cNvPr id="0" name=""/>
        <dsp:cNvSpPr/>
      </dsp:nvSpPr>
      <dsp:spPr>
        <a:xfrm rot="5400000">
          <a:off x="7022702" y="-3203835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tissue is present = 1, if tissue is absent = 0 </a:t>
          </a:r>
        </a:p>
      </dsp:txBody>
      <dsp:txXfrm rot="-5400000">
        <a:off x="3785616" y="45739"/>
        <a:ext cx="6717496" cy="230835"/>
      </dsp:txXfrm>
    </dsp:sp>
    <dsp:sp modelId="{A74D09D0-1FCF-4852-A728-49E12CF054FF}">
      <dsp:nvSpPr>
        <dsp:cNvPr id="0" name=""/>
        <dsp:cNvSpPr/>
      </dsp:nvSpPr>
      <dsp:spPr>
        <a:xfrm>
          <a:off x="0" y="1274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12</a:t>
          </a:r>
        </a:p>
      </dsp:txBody>
      <dsp:txXfrm>
        <a:off x="15610" y="16884"/>
        <a:ext cx="3754396" cy="288543"/>
      </dsp:txXfrm>
    </dsp:sp>
    <dsp:sp modelId="{AA1EB86B-5429-4533-8D79-C27F4A99378A}">
      <dsp:nvSpPr>
        <dsp:cNvPr id="0" name=""/>
        <dsp:cNvSpPr/>
      </dsp:nvSpPr>
      <dsp:spPr>
        <a:xfrm rot="5400000">
          <a:off x="7022702" y="-2868083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Number Z slices A647 with depth of focus step sizes</a:t>
          </a:r>
        </a:p>
      </dsp:txBody>
      <dsp:txXfrm rot="-5400000">
        <a:off x="3785616" y="381491"/>
        <a:ext cx="6717496" cy="230835"/>
      </dsp:txXfrm>
    </dsp:sp>
    <dsp:sp modelId="{8E67A5F0-22B8-4B96-8928-46D66946FFE1}">
      <dsp:nvSpPr>
        <dsp:cNvPr id="0" name=""/>
        <dsp:cNvSpPr/>
      </dsp:nvSpPr>
      <dsp:spPr>
        <a:xfrm>
          <a:off x="0" y="337026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11</a:t>
          </a:r>
        </a:p>
      </dsp:txBody>
      <dsp:txXfrm>
        <a:off x="15610" y="352636"/>
        <a:ext cx="3754396" cy="288543"/>
      </dsp:txXfrm>
    </dsp:sp>
    <dsp:sp modelId="{252247C1-1B56-4D8C-87FB-B27098B6AD39}">
      <dsp:nvSpPr>
        <dsp:cNvPr id="0" name=""/>
        <dsp:cNvSpPr/>
      </dsp:nvSpPr>
      <dsp:spPr>
        <a:xfrm rot="5400000">
          <a:off x="7022702" y="-2532331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Top Z position A647</a:t>
          </a:r>
          <a:endParaRPr lang="en-US" sz="1200" kern="1200" dirty="0"/>
        </a:p>
      </dsp:txBody>
      <dsp:txXfrm rot="-5400000">
        <a:off x="3785616" y="717243"/>
        <a:ext cx="6717496" cy="230835"/>
      </dsp:txXfrm>
    </dsp:sp>
    <dsp:sp modelId="{F12FCF34-9E88-4F3C-B75C-BD6AE8E40F6E}">
      <dsp:nvSpPr>
        <dsp:cNvPr id="0" name=""/>
        <dsp:cNvSpPr/>
      </dsp:nvSpPr>
      <dsp:spPr>
        <a:xfrm>
          <a:off x="0" y="672778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10</a:t>
          </a:r>
        </a:p>
      </dsp:txBody>
      <dsp:txXfrm>
        <a:off x="15610" y="688388"/>
        <a:ext cx="3754396" cy="288543"/>
      </dsp:txXfrm>
    </dsp:sp>
    <dsp:sp modelId="{FAABE7F5-1683-464A-B4C4-5F4236F6AD44}">
      <dsp:nvSpPr>
        <dsp:cNvPr id="0" name=""/>
        <dsp:cNvSpPr/>
      </dsp:nvSpPr>
      <dsp:spPr>
        <a:xfrm rot="5400000">
          <a:off x="7022702" y="-2196579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Number Z slices A647 with depth of focus step sizes</a:t>
          </a:r>
        </a:p>
      </dsp:txBody>
      <dsp:txXfrm rot="-5400000">
        <a:off x="3785616" y="1052995"/>
        <a:ext cx="6717496" cy="230835"/>
      </dsp:txXfrm>
    </dsp:sp>
    <dsp:sp modelId="{E47B67E0-569F-4426-9055-20FCEA9BC8D2}">
      <dsp:nvSpPr>
        <dsp:cNvPr id="0" name=""/>
        <dsp:cNvSpPr/>
      </dsp:nvSpPr>
      <dsp:spPr>
        <a:xfrm>
          <a:off x="0" y="1008530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9</a:t>
          </a:r>
        </a:p>
      </dsp:txBody>
      <dsp:txXfrm>
        <a:off x="15610" y="1024140"/>
        <a:ext cx="3754396" cy="288543"/>
      </dsp:txXfrm>
    </dsp:sp>
    <dsp:sp modelId="{6AB1550E-C385-4718-AB89-FF17CF59F285}">
      <dsp:nvSpPr>
        <dsp:cNvPr id="0" name=""/>
        <dsp:cNvSpPr/>
      </dsp:nvSpPr>
      <dsp:spPr>
        <a:xfrm rot="5400000">
          <a:off x="7022702" y="-1860827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Top Z position A647</a:t>
          </a:r>
        </a:p>
      </dsp:txBody>
      <dsp:txXfrm rot="-5400000">
        <a:off x="3785616" y="1388747"/>
        <a:ext cx="6717496" cy="230835"/>
      </dsp:txXfrm>
    </dsp:sp>
    <dsp:sp modelId="{7ED2616D-3965-4CD9-BF4D-6CDCBBA52BAC}">
      <dsp:nvSpPr>
        <dsp:cNvPr id="0" name=""/>
        <dsp:cNvSpPr/>
      </dsp:nvSpPr>
      <dsp:spPr>
        <a:xfrm>
          <a:off x="0" y="1344282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8</a:t>
          </a:r>
        </a:p>
      </dsp:txBody>
      <dsp:txXfrm>
        <a:off x="15610" y="1359892"/>
        <a:ext cx="3754396" cy="288543"/>
      </dsp:txXfrm>
    </dsp:sp>
    <dsp:sp modelId="{3BEDDF74-E637-43B3-8A8B-DFFFE1BF03F8}">
      <dsp:nvSpPr>
        <dsp:cNvPr id="0" name=""/>
        <dsp:cNvSpPr/>
      </dsp:nvSpPr>
      <dsp:spPr>
        <a:xfrm rot="5400000">
          <a:off x="7022702" y="-1525075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Number Z slices A555 with depth of focus step sizes</a:t>
          </a:r>
        </a:p>
      </dsp:txBody>
      <dsp:txXfrm rot="-5400000">
        <a:off x="3785616" y="1724499"/>
        <a:ext cx="6717496" cy="230835"/>
      </dsp:txXfrm>
    </dsp:sp>
    <dsp:sp modelId="{D50219D7-709A-4BEC-B02B-FACFFE1B4F1E}">
      <dsp:nvSpPr>
        <dsp:cNvPr id="0" name=""/>
        <dsp:cNvSpPr/>
      </dsp:nvSpPr>
      <dsp:spPr>
        <a:xfrm>
          <a:off x="0" y="1680035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</a:t>
          </a:r>
        </a:p>
      </dsp:txBody>
      <dsp:txXfrm>
        <a:off x="15610" y="1695645"/>
        <a:ext cx="3754396" cy="288543"/>
      </dsp:txXfrm>
    </dsp:sp>
    <dsp:sp modelId="{8D19A966-B752-413D-884D-47C9FC61B37F}">
      <dsp:nvSpPr>
        <dsp:cNvPr id="0" name=""/>
        <dsp:cNvSpPr/>
      </dsp:nvSpPr>
      <dsp:spPr>
        <a:xfrm rot="5400000">
          <a:off x="7022702" y="-1189323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Top Z position A555</a:t>
          </a:r>
        </a:p>
      </dsp:txBody>
      <dsp:txXfrm rot="-5400000">
        <a:off x="3785616" y="2060251"/>
        <a:ext cx="6717496" cy="230835"/>
      </dsp:txXfrm>
    </dsp:sp>
    <dsp:sp modelId="{0AE97034-2EEA-4546-B6E1-4FED6E26618F}">
      <dsp:nvSpPr>
        <dsp:cNvPr id="0" name=""/>
        <dsp:cNvSpPr/>
      </dsp:nvSpPr>
      <dsp:spPr>
        <a:xfrm>
          <a:off x="0" y="2015787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6</a:t>
          </a:r>
        </a:p>
      </dsp:txBody>
      <dsp:txXfrm>
        <a:off x="15610" y="2031397"/>
        <a:ext cx="3754396" cy="288543"/>
      </dsp:txXfrm>
    </dsp:sp>
    <dsp:sp modelId="{6CDEE012-C9C5-4A17-838B-A6C32B86F9FD}">
      <dsp:nvSpPr>
        <dsp:cNvPr id="0" name=""/>
        <dsp:cNvSpPr/>
      </dsp:nvSpPr>
      <dsp:spPr>
        <a:xfrm rot="5400000">
          <a:off x="7022702" y="-853570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Number Z slices A488 with depth of focus step sizes</a:t>
          </a:r>
        </a:p>
      </dsp:txBody>
      <dsp:txXfrm rot="-5400000">
        <a:off x="3785616" y="2396004"/>
        <a:ext cx="6717496" cy="230835"/>
      </dsp:txXfrm>
    </dsp:sp>
    <dsp:sp modelId="{420DC76F-67CB-4E7F-B46E-2E6148ED358C}">
      <dsp:nvSpPr>
        <dsp:cNvPr id="0" name=""/>
        <dsp:cNvSpPr/>
      </dsp:nvSpPr>
      <dsp:spPr>
        <a:xfrm>
          <a:off x="0" y="2351539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</a:t>
          </a:r>
        </a:p>
      </dsp:txBody>
      <dsp:txXfrm>
        <a:off x="15610" y="2367149"/>
        <a:ext cx="3754396" cy="288543"/>
      </dsp:txXfrm>
    </dsp:sp>
    <dsp:sp modelId="{11A37157-747C-4EF9-86E3-7060FDB3EDCF}">
      <dsp:nvSpPr>
        <dsp:cNvPr id="0" name=""/>
        <dsp:cNvSpPr/>
      </dsp:nvSpPr>
      <dsp:spPr>
        <a:xfrm rot="5400000">
          <a:off x="7022702" y="-517818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Top Z position A488</a:t>
          </a:r>
        </a:p>
      </dsp:txBody>
      <dsp:txXfrm rot="-5400000">
        <a:off x="3785616" y="2731756"/>
        <a:ext cx="6717496" cy="230835"/>
      </dsp:txXfrm>
    </dsp:sp>
    <dsp:sp modelId="{37DDD804-7468-4745-86EB-0ADFEB1882A6}">
      <dsp:nvSpPr>
        <dsp:cNvPr id="0" name=""/>
        <dsp:cNvSpPr/>
      </dsp:nvSpPr>
      <dsp:spPr>
        <a:xfrm>
          <a:off x="0" y="2687291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</a:t>
          </a:r>
        </a:p>
      </dsp:txBody>
      <dsp:txXfrm>
        <a:off x="15610" y="2702901"/>
        <a:ext cx="3754396" cy="288543"/>
      </dsp:txXfrm>
    </dsp:sp>
    <dsp:sp modelId="{70E40ED8-44BE-430D-B675-928F3AAF69F6}">
      <dsp:nvSpPr>
        <dsp:cNvPr id="0" name=""/>
        <dsp:cNvSpPr/>
      </dsp:nvSpPr>
      <dsp:spPr>
        <a:xfrm rot="5400000">
          <a:off x="7022702" y="-182066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Number Z slices DAPI with depth of focus step sizes</a:t>
          </a:r>
        </a:p>
      </dsp:txBody>
      <dsp:txXfrm rot="-5400000">
        <a:off x="3785616" y="3067508"/>
        <a:ext cx="6717496" cy="230835"/>
      </dsp:txXfrm>
    </dsp:sp>
    <dsp:sp modelId="{15B1535D-7A2F-4187-BF40-F7B12325C164}">
      <dsp:nvSpPr>
        <dsp:cNvPr id="0" name=""/>
        <dsp:cNvSpPr/>
      </dsp:nvSpPr>
      <dsp:spPr>
        <a:xfrm>
          <a:off x="0" y="3023043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</a:t>
          </a:r>
        </a:p>
      </dsp:txBody>
      <dsp:txXfrm>
        <a:off x="15610" y="3038653"/>
        <a:ext cx="3754396" cy="288543"/>
      </dsp:txXfrm>
    </dsp:sp>
    <dsp:sp modelId="{A66FD841-E172-4F54-A46D-4FEB62724531}">
      <dsp:nvSpPr>
        <dsp:cNvPr id="0" name=""/>
        <dsp:cNvSpPr/>
      </dsp:nvSpPr>
      <dsp:spPr>
        <a:xfrm rot="5400000">
          <a:off x="7022702" y="153685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Top Z position DAPI</a:t>
          </a:r>
        </a:p>
      </dsp:txBody>
      <dsp:txXfrm rot="-5400000">
        <a:off x="3785616" y="3403259"/>
        <a:ext cx="6717496" cy="230835"/>
      </dsp:txXfrm>
    </dsp:sp>
    <dsp:sp modelId="{1DD2327A-0023-43BD-AE1D-76839AC91220}">
      <dsp:nvSpPr>
        <dsp:cNvPr id="0" name=""/>
        <dsp:cNvSpPr/>
      </dsp:nvSpPr>
      <dsp:spPr>
        <a:xfrm>
          <a:off x="0" y="3358795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</a:p>
      </dsp:txBody>
      <dsp:txXfrm>
        <a:off x="15610" y="3374405"/>
        <a:ext cx="3754396" cy="288543"/>
      </dsp:txXfrm>
    </dsp:sp>
    <dsp:sp modelId="{584C82D3-8114-4ECC-ACD2-0C383433147E}">
      <dsp:nvSpPr>
        <dsp:cNvPr id="0" name=""/>
        <dsp:cNvSpPr/>
      </dsp:nvSpPr>
      <dsp:spPr>
        <a:xfrm rot="5400000">
          <a:off x="7022702" y="489437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 positions</a:t>
          </a:r>
        </a:p>
      </dsp:txBody>
      <dsp:txXfrm rot="-5400000">
        <a:off x="3785616" y="3739011"/>
        <a:ext cx="6717496" cy="230835"/>
      </dsp:txXfrm>
    </dsp:sp>
    <dsp:sp modelId="{34510324-D802-4FC9-9901-97AFD6953F67}">
      <dsp:nvSpPr>
        <dsp:cNvPr id="0" name=""/>
        <dsp:cNvSpPr/>
      </dsp:nvSpPr>
      <dsp:spPr>
        <a:xfrm>
          <a:off x="0" y="3694547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</a:t>
          </a:r>
        </a:p>
      </dsp:txBody>
      <dsp:txXfrm>
        <a:off x="15610" y="3710157"/>
        <a:ext cx="3754396" cy="288543"/>
      </dsp:txXfrm>
    </dsp:sp>
    <dsp:sp modelId="{A16281FF-B68A-4B29-9589-85A8639DAE3B}">
      <dsp:nvSpPr>
        <dsp:cNvPr id="0" name=""/>
        <dsp:cNvSpPr/>
      </dsp:nvSpPr>
      <dsp:spPr>
        <a:xfrm rot="5400000">
          <a:off x="7022702" y="825189"/>
          <a:ext cx="25581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X positions</a:t>
          </a:r>
        </a:p>
      </dsp:txBody>
      <dsp:txXfrm rot="-5400000">
        <a:off x="3785616" y="4074763"/>
        <a:ext cx="6717496" cy="230835"/>
      </dsp:txXfrm>
    </dsp:sp>
    <dsp:sp modelId="{6A499025-F9DF-477C-8373-2FD3C48E42CD}">
      <dsp:nvSpPr>
        <dsp:cNvPr id="0" name=""/>
        <dsp:cNvSpPr/>
      </dsp:nvSpPr>
      <dsp:spPr>
        <a:xfrm>
          <a:off x="0" y="4030299"/>
          <a:ext cx="3785616" cy="319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0</a:t>
          </a:r>
        </a:p>
      </dsp:txBody>
      <dsp:txXfrm>
        <a:off x="15610" y="4045909"/>
        <a:ext cx="3754396" cy="2885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37157-747C-4EF9-86E3-7060FDB3EDCF}">
      <dsp:nvSpPr>
        <dsp:cNvPr id="0" name=""/>
        <dsp:cNvSpPr/>
      </dsp:nvSpPr>
      <dsp:spPr>
        <a:xfrm rot="5400000">
          <a:off x="6817090" y="-2946188"/>
          <a:ext cx="66703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Super Pixel Mask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[All pixels 0 or 1, Nothing]</a:t>
          </a:r>
        </a:p>
      </dsp:txBody>
      <dsp:txXfrm rot="-5400000">
        <a:off x="3785615" y="117849"/>
        <a:ext cx="6697422" cy="601910"/>
      </dsp:txXfrm>
    </dsp:sp>
    <dsp:sp modelId="{37DDD804-7468-4745-86EB-0ADFEB1882A6}">
      <dsp:nvSpPr>
        <dsp:cNvPr id="0" name=""/>
        <dsp:cNvSpPr/>
      </dsp:nvSpPr>
      <dsp:spPr>
        <a:xfrm>
          <a:off x="0" y="1907"/>
          <a:ext cx="3785616" cy="8337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4</a:t>
          </a:r>
        </a:p>
      </dsp:txBody>
      <dsp:txXfrm>
        <a:off x="40702" y="42609"/>
        <a:ext cx="3704212" cy="752388"/>
      </dsp:txXfrm>
    </dsp:sp>
    <dsp:sp modelId="{70E40ED8-44BE-430D-B675-928F3AAF69F6}">
      <dsp:nvSpPr>
        <dsp:cNvPr id="0" name=""/>
        <dsp:cNvSpPr/>
      </dsp:nvSpPr>
      <dsp:spPr>
        <a:xfrm rot="5400000">
          <a:off x="6817090" y="-2070706"/>
          <a:ext cx="66703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[Predicted Focus Z position, Nothing]</a:t>
          </a:r>
        </a:p>
      </dsp:txBody>
      <dsp:txXfrm rot="-5400000">
        <a:off x="3785615" y="993331"/>
        <a:ext cx="6697422" cy="601910"/>
      </dsp:txXfrm>
    </dsp:sp>
    <dsp:sp modelId="{15B1535D-7A2F-4187-BF40-F7B12325C164}">
      <dsp:nvSpPr>
        <dsp:cNvPr id="0" name=""/>
        <dsp:cNvSpPr/>
      </dsp:nvSpPr>
      <dsp:spPr>
        <a:xfrm>
          <a:off x="0" y="877389"/>
          <a:ext cx="3785616" cy="8337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3</a:t>
          </a:r>
        </a:p>
      </dsp:txBody>
      <dsp:txXfrm>
        <a:off x="40702" y="918091"/>
        <a:ext cx="3704212" cy="752388"/>
      </dsp:txXfrm>
    </dsp:sp>
    <dsp:sp modelId="{A66FD841-E172-4F54-A46D-4FEB62724531}">
      <dsp:nvSpPr>
        <dsp:cNvPr id="0" name=""/>
        <dsp:cNvSpPr/>
      </dsp:nvSpPr>
      <dsp:spPr>
        <a:xfrm rot="5400000">
          <a:off x="6817090" y="-1195224"/>
          <a:ext cx="66703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[Reciprocal Brenner Score plane 3, Z position]</a:t>
          </a:r>
        </a:p>
      </dsp:txBody>
      <dsp:txXfrm rot="-5400000">
        <a:off x="3785615" y="1868813"/>
        <a:ext cx="6697422" cy="601910"/>
      </dsp:txXfrm>
    </dsp:sp>
    <dsp:sp modelId="{1DD2327A-0023-43BD-AE1D-76839AC91220}">
      <dsp:nvSpPr>
        <dsp:cNvPr id="0" name=""/>
        <dsp:cNvSpPr/>
      </dsp:nvSpPr>
      <dsp:spPr>
        <a:xfrm>
          <a:off x="0" y="1752871"/>
          <a:ext cx="3785616" cy="8337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</a:t>
          </a:r>
        </a:p>
      </dsp:txBody>
      <dsp:txXfrm>
        <a:off x="40702" y="1793573"/>
        <a:ext cx="3704212" cy="752388"/>
      </dsp:txXfrm>
    </dsp:sp>
    <dsp:sp modelId="{584C82D3-8114-4ECC-ACD2-0C383433147E}">
      <dsp:nvSpPr>
        <dsp:cNvPr id="0" name=""/>
        <dsp:cNvSpPr/>
      </dsp:nvSpPr>
      <dsp:spPr>
        <a:xfrm rot="5400000">
          <a:off x="6817090" y="-319741"/>
          <a:ext cx="66703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[Reciprocal Brenner Score plane 2, Z position]</a:t>
          </a:r>
        </a:p>
      </dsp:txBody>
      <dsp:txXfrm rot="-5400000">
        <a:off x="3785615" y="2744296"/>
        <a:ext cx="6697422" cy="601910"/>
      </dsp:txXfrm>
    </dsp:sp>
    <dsp:sp modelId="{34510324-D802-4FC9-9901-97AFD6953F67}">
      <dsp:nvSpPr>
        <dsp:cNvPr id="0" name=""/>
        <dsp:cNvSpPr/>
      </dsp:nvSpPr>
      <dsp:spPr>
        <a:xfrm>
          <a:off x="0" y="2628353"/>
          <a:ext cx="3785616" cy="8337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</a:t>
          </a:r>
        </a:p>
      </dsp:txBody>
      <dsp:txXfrm>
        <a:off x="40702" y="2669055"/>
        <a:ext cx="3704212" cy="752388"/>
      </dsp:txXfrm>
    </dsp:sp>
    <dsp:sp modelId="{A16281FF-B68A-4B29-9589-85A8639DAE3B}">
      <dsp:nvSpPr>
        <dsp:cNvPr id="0" name=""/>
        <dsp:cNvSpPr/>
      </dsp:nvSpPr>
      <dsp:spPr>
        <a:xfrm rot="5400000">
          <a:off x="6817090" y="555740"/>
          <a:ext cx="66703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[Reciprocal Brenner Score plane 1, Z position]</a:t>
          </a:r>
        </a:p>
      </dsp:txBody>
      <dsp:txXfrm rot="-5400000">
        <a:off x="3785615" y="3619777"/>
        <a:ext cx="6697422" cy="601910"/>
      </dsp:txXfrm>
    </dsp:sp>
    <dsp:sp modelId="{6A499025-F9DF-477C-8373-2FD3C48E42CD}">
      <dsp:nvSpPr>
        <dsp:cNvPr id="0" name=""/>
        <dsp:cNvSpPr/>
      </dsp:nvSpPr>
      <dsp:spPr>
        <a:xfrm>
          <a:off x="0" y="3503836"/>
          <a:ext cx="3785616" cy="8337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0</a:t>
          </a:r>
        </a:p>
      </dsp:txBody>
      <dsp:txXfrm>
        <a:off x="40702" y="3544538"/>
        <a:ext cx="3704212" cy="7523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40ED8-44BE-430D-B675-928F3AAF69F6}">
      <dsp:nvSpPr>
        <dsp:cNvPr id="0" name=""/>
        <dsp:cNvSpPr/>
      </dsp:nvSpPr>
      <dsp:spPr>
        <a:xfrm rot="5400000">
          <a:off x="1668910" y="-49774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[Predicted in focus intensity, predicted focus]</a:t>
          </a:r>
        </a:p>
      </dsp:txBody>
      <dsp:txXfrm rot="-5400000">
        <a:off x="1077612" y="129340"/>
        <a:ext cx="1879964" cy="661577"/>
      </dsp:txXfrm>
    </dsp:sp>
    <dsp:sp modelId="{15B1535D-7A2F-4187-BF40-F7B12325C164}">
      <dsp:nvSpPr>
        <dsp:cNvPr id="0" name=""/>
        <dsp:cNvSpPr/>
      </dsp:nvSpPr>
      <dsp:spPr>
        <a:xfrm>
          <a:off x="0" y="1905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3</a:t>
          </a:r>
        </a:p>
      </dsp:txBody>
      <dsp:txXfrm>
        <a:off x="44737" y="46642"/>
        <a:ext cx="988137" cy="826972"/>
      </dsp:txXfrm>
    </dsp:sp>
    <dsp:sp modelId="{A66FD841-E172-4F54-A46D-4FEB62724531}">
      <dsp:nvSpPr>
        <dsp:cNvPr id="0" name=""/>
        <dsp:cNvSpPr/>
      </dsp:nvSpPr>
      <dsp:spPr>
        <a:xfrm rot="5400000">
          <a:off x="1668910" y="464520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3,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1091608"/>
        <a:ext cx="1879964" cy="661577"/>
      </dsp:txXfrm>
    </dsp:sp>
    <dsp:sp modelId="{1DD2327A-0023-43BD-AE1D-76839AC91220}">
      <dsp:nvSpPr>
        <dsp:cNvPr id="0" name=""/>
        <dsp:cNvSpPr/>
      </dsp:nvSpPr>
      <dsp:spPr>
        <a:xfrm>
          <a:off x="0" y="964174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2</a:t>
          </a:r>
        </a:p>
      </dsp:txBody>
      <dsp:txXfrm>
        <a:off x="44737" y="1008911"/>
        <a:ext cx="988137" cy="826972"/>
      </dsp:txXfrm>
    </dsp:sp>
    <dsp:sp modelId="{584C82D3-8114-4ECC-ACD2-0C383433147E}">
      <dsp:nvSpPr>
        <dsp:cNvPr id="0" name=""/>
        <dsp:cNvSpPr/>
      </dsp:nvSpPr>
      <dsp:spPr>
        <a:xfrm rot="5400000">
          <a:off x="1668910" y="1426789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2,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2053877"/>
        <a:ext cx="1879964" cy="661577"/>
      </dsp:txXfrm>
    </dsp:sp>
    <dsp:sp modelId="{34510324-D802-4FC9-9901-97AFD6953F67}">
      <dsp:nvSpPr>
        <dsp:cNvPr id="0" name=""/>
        <dsp:cNvSpPr/>
      </dsp:nvSpPr>
      <dsp:spPr>
        <a:xfrm>
          <a:off x="0" y="1926443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1</a:t>
          </a:r>
        </a:p>
      </dsp:txBody>
      <dsp:txXfrm>
        <a:off x="44737" y="1971180"/>
        <a:ext cx="988137" cy="826972"/>
      </dsp:txXfrm>
    </dsp:sp>
    <dsp:sp modelId="{A16281FF-B68A-4B29-9589-85A8639DAE3B}">
      <dsp:nvSpPr>
        <dsp:cNvPr id="0" name=""/>
        <dsp:cNvSpPr/>
      </dsp:nvSpPr>
      <dsp:spPr>
        <a:xfrm rot="5400000">
          <a:off x="1668910" y="238905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1,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3016146"/>
        <a:ext cx="1879964" cy="661577"/>
      </dsp:txXfrm>
    </dsp:sp>
    <dsp:sp modelId="{6A499025-F9DF-477C-8373-2FD3C48E42CD}">
      <dsp:nvSpPr>
        <dsp:cNvPr id="0" name=""/>
        <dsp:cNvSpPr/>
      </dsp:nvSpPr>
      <dsp:spPr>
        <a:xfrm>
          <a:off x="0" y="2888712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0</a:t>
          </a:r>
        </a:p>
      </dsp:txBody>
      <dsp:txXfrm>
        <a:off x="44737" y="2933449"/>
        <a:ext cx="988137" cy="8269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40ED8-44BE-430D-B675-928F3AAF69F6}">
      <dsp:nvSpPr>
        <dsp:cNvPr id="0" name=""/>
        <dsp:cNvSpPr/>
      </dsp:nvSpPr>
      <dsp:spPr>
        <a:xfrm rot="5400000">
          <a:off x="1668910" y="-49774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[Predicted in focus intensity, predicted focus]</a:t>
          </a:r>
        </a:p>
      </dsp:txBody>
      <dsp:txXfrm rot="-5400000">
        <a:off x="1077612" y="129340"/>
        <a:ext cx="1879964" cy="661577"/>
      </dsp:txXfrm>
    </dsp:sp>
    <dsp:sp modelId="{15B1535D-7A2F-4187-BF40-F7B12325C164}">
      <dsp:nvSpPr>
        <dsp:cNvPr id="0" name=""/>
        <dsp:cNvSpPr/>
      </dsp:nvSpPr>
      <dsp:spPr>
        <a:xfrm>
          <a:off x="0" y="1905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3</a:t>
          </a:r>
        </a:p>
      </dsp:txBody>
      <dsp:txXfrm>
        <a:off x="44737" y="46642"/>
        <a:ext cx="988137" cy="826972"/>
      </dsp:txXfrm>
    </dsp:sp>
    <dsp:sp modelId="{A66FD841-E172-4F54-A46D-4FEB62724531}">
      <dsp:nvSpPr>
        <dsp:cNvPr id="0" name=""/>
        <dsp:cNvSpPr/>
      </dsp:nvSpPr>
      <dsp:spPr>
        <a:xfrm rot="5400000">
          <a:off x="1668910" y="464520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3,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1091608"/>
        <a:ext cx="1879964" cy="661577"/>
      </dsp:txXfrm>
    </dsp:sp>
    <dsp:sp modelId="{1DD2327A-0023-43BD-AE1D-76839AC91220}">
      <dsp:nvSpPr>
        <dsp:cNvPr id="0" name=""/>
        <dsp:cNvSpPr/>
      </dsp:nvSpPr>
      <dsp:spPr>
        <a:xfrm>
          <a:off x="0" y="964174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2</a:t>
          </a:r>
        </a:p>
      </dsp:txBody>
      <dsp:txXfrm>
        <a:off x="44737" y="1008911"/>
        <a:ext cx="988137" cy="826972"/>
      </dsp:txXfrm>
    </dsp:sp>
    <dsp:sp modelId="{584C82D3-8114-4ECC-ACD2-0C383433147E}">
      <dsp:nvSpPr>
        <dsp:cNvPr id="0" name=""/>
        <dsp:cNvSpPr/>
      </dsp:nvSpPr>
      <dsp:spPr>
        <a:xfrm rot="5400000">
          <a:off x="1668910" y="1426789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2, 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2053877"/>
        <a:ext cx="1879964" cy="661577"/>
      </dsp:txXfrm>
    </dsp:sp>
    <dsp:sp modelId="{34510324-D802-4FC9-9901-97AFD6953F67}">
      <dsp:nvSpPr>
        <dsp:cNvPr id="0" name=""/>
        <dsp:cNvSpPr/>
      </dsp:nvSpPr>
      <dsp:spPr>
        <a:xfrm>
          <a:off x="0" y="1926443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1</a:t>
          </a:r>
        </a:p>
      </dsp:txBody>
      <dsp:txXfrm>
        <a:off x="44737" y="1971180"/>
        <a:ext cx="988137" cy="826972"/>
      </dsp:txXfrm>
    </dsp:sp>
    <dsp:sp modelId="{A16281FF-B68A-4B29-9589-85A8639DAE3B}">
      <dsp:nvSpPr>
        <dsp:cNvPr id="0" name=""/>
        <dsp:cNvSpPr/>
      </dsp:nvSpPr>
      <dsp:spPr>
        <a:xfrm rot="5400000">
          <a:off x="1668910" y="238905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1, 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3016146"/>
        <a:ext cx="1879964" cy="661577"/>
      </dsp:txXfrm>
    </dsp:sp>
    <dsp:sp modelId="{6A499025-F9DF-477C-8373-2FD3C48E42CD}">
      <dsp:nvSpPr>
        <dsp:cNvPr id="0" name=""/>
        <dsp:cNvSpPr/>
      </dsp:nvSpPr>
      <dsp:spPr>
        <a:xfrm>
          <a:off x="0" y="2888712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0</a:t>
          </a:r>
        </a:p>
      </dsp:txBody>
      <dsp:txXfrm>
        <a:off x="44737" y="2933449"/>
        <a:ext cx="988137" cy="8269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40ED8-44BE-430D-B675-928F3AAF69F6}">
      <dsp:nvSpPr>
        <dsp:cNvPr id="0" name=""/>
        <dsp:cNvSpPr/>
      </dsp:nvSpPr>
      <dsp:spPr>
        <a:xfrm rot="5400000">
          <a:off x="1668910" y="-49774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[Predicted in focus intensity, predicted focus]</a:t>
          </a:r>
        </a:p>
      </dsp:txBody>
      <dsp:txXfrm rot="-5400000">
        <a:off x="1077612" y="129340"/>
        <a:ext cx="1879964" cy="661577"/>
      </dsp:txXfrm>
    </dsp:sp>
    <dsp:sp modelId="{15B1535D-7A2F-4187-BF40-F7B12325C164}">
      <dsp:nvSpPr>
        <dsp:cNvPr id="0" name=""/>
        <dsp:cNvSpPr/>
      </dsp:nvSpPr>
      <dsp:spPr>
        <a:xfrm>
          <a:off x="0" y="1905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3</a:t>
          </a:r>
        </a:p>
      </dsp:txBody>
      <dsp:txXfrm>
        <a:off x="44737" y="46642"/>
        <a:ext cx="988137" cy="826972"/>
      </dsp:txXfrm>
    </dsp:sp>
    <dsp:sp modelId="{A66FD841-E172-4F54-A46D-4FEB62724531}">
      <dsp:nvSpPr>
        <dsp:cNvPr id="0" name=""/>
        <dsp:cNvSpPr/>
      </dsp:nvSpPr>
      <dsp:spPr>
        <a:xfrm rot="5400000">
          <a:off x="1668910" y="464520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3,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1091608"/>
        <a:ext cx="1879964" cy="661577"/>
      </dsp:txXfrm>
    </dsp:sp>
    <dsp:sp modelId="{1DD2327A-0023-43BD-AE1D-76839AC91220}">
      <dsp:nvSpPr>
        <dsp:cNvPr id="0" name=""/>
        <dsp:cNvSpPr/>
      </dsp:nvSpPr>
      <dsp:spPr>
        <a:xfrm>
          <a:off x="0" y="964174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2</a:t>
          </a:r>
        </a:p>
      </dsp:txBody>
      <dsp:txXfrm>
        <a:off x="44737" y="1008911"/>
        <a:ext cx="988137" cy="826972"/>
      </dsp:txXfrm>
    </dsp:sp>
    <dsp:sp modelId="{584C82D3-8114-4ECC-ACD2-0C383433147E}">
      <dsp:nvSpPr>
        <dsp:cNvPr id="0" name=""/>
        <dsp:cNvSpPr/>
      </dsp:nvSpPr>
      <dsp:spPr>
        <a:xfrm rot="5400000">
          <a:off x="1668910" y="1426789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2,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2053877"/>
        <a:ext cx="1879964" cy="661577"/>
      </dsp:txXfrm>
    </dsp:sp>
    <dsp:sp modelId="{34510324-D802-4FC9-9901-97AFD6953F67}">
      <dsp:nvSpPr>
        <dsp:cNvPr id="0" name=""/>
        <dsp:cNvSpPr/>
      </dsp:nvSpPr>
      <dsp:spPr>
        <a:xfrm>
          <a:off x="0" y="1926443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1</a:t>
          </a:r>
        </a:p>
      </dsp:txBody>
      <dsp:txXfrm>
        <a:off x="44737" y="1971180"/>
        <a:ext cx="988137" cy="826972"/>
      </dsp:txXfrm>
    </dsp:sp>
    <dsp:sp modelId="{A16281FF-B68A-4B29-9589-85A8639DAE3B}">
      <dsp:nvSpPr>
        <dsp:cNvPr id="0" name=""/>
        <dsp:cNvSpPr/>
      </dsp:nvSpPr>
      <dsp:spPr>
        <a:xfrm rot="5400000">
          <a:off x="1668910" y="238905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1,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3016146"/>
        <a:ext cx="1879964" cy="661577"/>
      </dsp:txXfrm>
    </dsp:sp>
    <dsp:sp modelId="{6A499025-F9DF-477C-8373-2FD3C48E42CD}">
      <dsp:nvSpPr>
        <dsp:cNvPr id="0" name=""/>
        <dsp:cNvSpPr/>
      </dsp:nvSpPr>
      <dsp:spPr>
        <a:xfrm>
          <a:off x="0" y="2888712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0</a:t>
          </a:r>
        </a:p>
      </dsp:txBody>
      <dsp:txXfrm>
        <a:off x="44737" y="2933449"/>
        <a:ext cx="988137" cy="8269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40ED8-44BE-430D-B675-928F3AAF69F6}">
      <dsp:nvSpPr>
        <dsp:cNvPr id="0" name=""/>
        <dsp:cNvSpPr/>
      </dsp:nvSpPr>
      <dsp:spPr>
        <a:xfrm rot="5400000">
          <a:off x="1668910" y="-49774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[Predicted in focus intensity, predicted focus]</a:t>
          </a:r>
        </a:p>
      </dsp:txBody>
      <dsp:txXfrm rot="-5400000">
        <a:off x="1077612" y="129340"/>
        <a:ext cx="1879964" cy="661577"/>
      </dsp:txXfrm>
    </dsp:sp>
    <dsp:sp modelId="{15B1535D-7A2F-4187-BF40-F7B12325C164}">
      <dsp:nvSpPr>
        <dsp:cNvPr id="0" name=""/>
        <dsp:cNvSpPr/>
      </dsp:nvSpPr>
      <dsp:spPr>
        <a:xfrm>
          <a:off x="0" y="1905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3</a:t>
          </a:r>
        </a:p>
      </dsp:txBody>
      <dsp:txXfrm>
        <a:off x="44737" y="46642"/>
        <a:ext cx="988137" cy="826972"/>
      </dsp:txXfrm>
    </dsp:sp>
    <dsp:sp modelId="{A66FD841-E172-4F54-A46D-4FEB62724531}">
      <dsp:nvSpPr>
        <dsp:cNvPr id="0" name=""/>
        <dsp:cNvSpPr/>
      </dsp:nvSpPr>
      <dsp:spPr>
        <a:xfrm rot="5400000">
          <a:off x="1668910" y="464520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3,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1091608"/>
        <a:ext cx="1879964" cy="661577"/>
      </dsp:txXfrm>
    </dsp:sp>
    <dsp:sp modelId="{1DD2327A-0023-43BD-AE1D-76839AC91220}">
      <dsp:nvSpPr>
        <dsp:cNvPr id="0" name=""/>
        <dsp:cNvSpPr/>
      </dsp:nvSpPr>
      <dsp:spPr>
        <a:xfrm>
          <a:off x="0" y="964174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2</a:t>
          </a:r>
        </a:p>
      </dsp:txBody>
      <dsp:txXfrm>
        <a:off x="44737" y="1008911"/>
        <a:ext cx="988137" cy="826972"/>
      </dsp:txXfrm>
    </dsp:sp>
    <dsp:sp modelId="{584C82D3-8114-4ECC-ACD2-0C383433147E}">
      <dsp:nvSpPr>
        <dsp:cNvPr id="0" name=""/>
        <dsp:cNvSpPr/>
      </dsp:nvSpPr>
      <dsp:spPr>
        <a:xfrm rot="5400000">
          <a:off x="1668910" y="1426789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2,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2053877"/>
        <a:ext cx="1879964" cy="661577"/>
      </dsp:txXfrm>
    </dsp:sp>
    <dsp:sp modelId="{34510324-D802-4FC9-9901-97AFD6953F67}">
      <dsp:nvSpPr>
        <dsp:cNvPr id="0" name=""/>
        <dsp:cNvSpPr/>
      </dsp:nvSpPr>
      <dsp:spPr>
        <a:xfrm>
          <a:off x="0" y="1926443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1</a:t>
          </a:r>
        </a:p>
      </dsp:txBody>
      <dsp:txXfrm>
        <a:off x="44737" y="1971180"/>
        <a:ext cx="988137" cy="826972"/>
      </dsp:txXfrm>
    </dsp:sp>
    <dsp:sp modelId="{A16281FF-B68A-4B29-9589-85A8639DAE3B}">
      <dsp:nvSpPr>
        <dsp:cNvPr id="0" name=""/>
        <dsp:cNvSpPr/>
      </dsp:nvSpPr>
      <dsp:spPr>
        <a:xfrm rot="5400000">
          <a:off x="1668910" y="2389058"/>
          <a:ext cx="733157" cy="19157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[X percentile intensity in image 1, Z position, </a:t>
          </a:r>
          <a:r>
            <a:rPr lang="en-US" sz="1400" kern="1200" dirty="0" err="1"/>
            <a:t>exp_time</a:t>
          </a:r>
          <a:r>
            <a:rPr lang="en-US" sz="1400" kern="1200" dirty="0"/>
            <a:t> ]</a:t>
          </a:r>
        </a:p>
      </dsp:txBody>
      <dsp:txXfrm rot="-5400000">
        <a:off x="1077612" y="3016146"/>
        <a:ext cx="1879964" cy="661577"/>
      </dsp:txXfrm>
    </dsp:sp>
    <dsp:sp modelId="{6A499025-F9DF-477C-8373-2FD3C48E42CD}">
      <dsp:nvSpPr>
        <dsp:cNvPr id="0" name=""/>
        <dsp:cNvSpPr/>
      </dsp:nvSpPr>
      <dsp:spPr>
        <a:xfrm>
          <a:off x="0" y="2888712"/>
          <a:ext cx="1077611" cy="916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0</a:t>
          </a:r>
        </a:p>
      </dsp:txBody>
      <dsp:txXfrm>
        <a:off x="44737" y="2933449"/>
        <a:ext cx="988137" cy="826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411B-33C3-3E5F-DDD6-0A7CBA628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2F59B-6E58-1A3E-84F6-5FF1F6789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96947-50FE-6FC2-FF32-AD585BF8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CB4D0-824E-FEF4-4B0F-90CD2D7B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5790-D2AD-6B69-9453-23253FB8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3879-DCEA-247A-3791-094D1AE1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DB7BA-DDE4-DD72-BF09-FD43BEEC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31DC4-032D-74E7-4DA2-BAD0F995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A07D7-8262-EACA-B110-EBAD811C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D5C4-807B-837B-D359-8D365F80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8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AF6B-06E0-420E-3D88-3CB76627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2801F-B448-6AC6-348F-25FA279D5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FED86-6105-EBB0-22DB-EC2EE517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2E845-27CC-8E96-0022-BCA1EB2E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D4B4-B031-9157-711B-204C3C50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5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73134-DBB6-C7E9-8080-E266F124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44DD5-4FF7-E4DF-8834-433EBB276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59A82-B566-3380-B200-95901DB92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CA06-96D4-C19E-1ABC-4C60A3B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3F8DC-0E1C-CD6D-00BF-F2D34047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BC059-D7D1-4A0D-221F-46B67FBD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91C2-C14E-F103-135F-1415C1DF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D73E-798D-65A2-5F8C-9C48C8310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50D39-9802-6FD6-9CF4-DB53BE099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0B398-A2EC-BC5F-451E-A59A5E4A5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AEF7A-B53E-4B89-7681-A88983122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BCFB3-7134-CCFE-9CE2-8A0F8646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F4CDB-63D0-92DB-121F-0E5A469C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43DBA-B336-8F91-9276-C831DAF1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5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5F3A-07B0-E1E9-364F-1229B8E4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C595C-FDE2-E403-8B07-9F610048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14061-9EF0-C860-9743-089DFAF8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7ED69-6E2A-DC58-EF0C-FD4F8A01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0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415BE-5EBD-F662-4EC5-F1B2C81F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058BC-985E-41AF-4B15-85101F60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62E7D-8D22-614B-A75E-55E2B4E0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8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0A86-E400-2189-F5F3-09C9978D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58E7F-5E52-1C08-6E98-4121FD242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600E1-F27F-E0C1-5F5B-850672D50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8AD7-6FCA-CB88-DDED-34F9ED7B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392C6-2121-8DA3-980E-FA7180C6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0C9EF-7F08-933C-209C-4D159C83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4ED9-1643-BF08-A671-3E4AA3D3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7FE64-069A-EA03-7011-2EABC6DAA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33630-3089-7E94-D20D-3D10BAAF6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B74AA-4969-C1C4-4945-B68EF690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2305-EC11-1DCB-5912-9581DC92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BD978-27EF-062C-5E08-64242294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8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A072-8D9A-89FB-25EF-7E7FA77F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D9892-3138-C528-1E59-ABB438740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633D-5BC4-2E9B-C47F-15E9C71F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164A-3AE7-830F-1407-8BBD092C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0C4E4-44FC-BA5B-E5CC-4D46E428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0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9933B-7AD8-B656-FAE3-D208D46DA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292ED-A646-CCE6-5FE9-12BC8BA06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3AC68-1A4E-01FD-E27E-2F062328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FAA86-86DE-DD08-1A77-718D6276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6181-6862-8FA3-FF19-867FCBB4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9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4CA16-1C2B-C786-AC67-0B5A7D95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E2824-1608-3F4C-4E82-7FD0B3BF0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DDC3-2AB4-C7AB-1DEF-917D0E12B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CE2F4-E882-4A93-B606-CA9C404A6B2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E1E8D-EA62-812A-9AFF-4A3711A52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2FB4-1390-7CC7-ACA6-1721D6C03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FEB8B-174B-4A8D-9DFF-38B47BD59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7.xml"/><Relationship Id="rId3" Type="http://schemas.openxmlformats.org/officeDocument/2006/relationships/diagramLayout" Target="../diagrams/layout4.xml"/><Relationship Id="rId21" Type="http://schemas.microsoft.com/office/2007/relationships/diagramDrawing" Target="../diagrams/drawing7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diagramQuickStyle" Target="../diagrams/quickStyle7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1C30-3FB9-5BCE-2AD3-0DB7E4547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>
            <a:normAutofit/>
          </a:bodyPr>
          <a:lstStyle/>
          <a:p>
            <a:r>
              <a:rPr lang="en-US" dirty="0"/>
              <a:t>Auto Focus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0125C-5497-AF03-2EAE-18F8BFA491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3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30AE-1FF8-21AA-5E08-7F5867E1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32022"/>
          </a:xfrm>
        </p:spPr>
        <p:txBody>
          <a:bodyPr>
            <a:normAutofit fontScale="90000"/>
          </a:bodyPr>
          <a:lstStyle/>
          <a:p>
            <a:r>
              <a:rPr lang="en-US" dirty="0"/>
              <a:t>High Level Block Diagram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5B209B1-92E7-7DF9-B903-3DF7A0817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073358"/>
              </p:ext>
            </p:extLst>
          </p:nvPr>
        </p:nvGraphicFramePr>
        <p:xfrm>
          <a:off x="414068" y="733244"/>
          <a:ext cx="11162581" cy="6124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522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A39F-6D5E-5847-208A-4F11CE46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Needed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CC7F6-895D-A94B-EE8F-30C798BA7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Generate FM array [x </a:t>
            </a:r>
            <a:r>
              <a:rPr lang="en-US" sz="1800" dirty="0" err="1"/>
              <a:t>kinda</a:t>
            </a:r>
            <a:r>
              <a:rPr lang="en-US" sz="1800" dirty="0"/>
              <a:t>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Generate super pixel array(</a:t>
            </a:r>
            <a:r>
              <a:rPr lang="en-US" sz="1800" dirty="0" err="1"/>
              <a:t>sp_y</a:t>
            </a:r>
            <a:r>
              <a:rPr lang="en-US" sz="1800" dirty="0"/>
              <a:t>, </a:t>
            </a:r>
            <a:r>
              <a:rPr lang="en-US" sz="1800" dirty="0" err="1"/>
              <a:t>sp_x</a:t>
            </a:r>
            <a:r>
              <a:rPr lang="en-US" sz="1800" dirty="0"/>
              <a:t>, channel) [x]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Image subdivider [x]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Integrate image into super pixel array (image, channel) [x]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Tile chooser [x]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Auto Focus(channel)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 Well Depth filter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Focus prediction populator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Plane fitter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Plane 2 FM map</a:t>
            </a:r>
          </a:p>
        </p:txBody>
      </p:sp>
    </p:spTree>
    <p:extLst>
      <p:ext uri="{BB962C8B-B14F-4D97-AF65-F5344CB8AC3E}">
        <p14:creationId xmlns:p14="http://schemas.microsoft.com/office/powerpoint/2010/main" val="394749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DBD1-D552-A278-D009-D8104EFA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7683"/>
          </a:xfrm>
        </p:spPr>
        <p:txBody>
          <a:bodyPr/>
          <a:lstStyle/>
          <a:p>
            <a:r>
              <a:rPr lang="en-US" dirty="0"/>
              <a:t>FM Array Constructions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BF3D2-C6CD-7087-BA87-F5B2F684F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7100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4E6B01-BC13-EA58-8D20-9BAF9101568F}"/>
              </a:ext>
            </a:extLst>
          </p:cNvPr>
          <p:cNvSpPr txBox="1"/>
          <p:nvPr/>
        </p:nvSpPr>
        <p:spPr>
          <a:xfrm>
            <a:off x="254315" y="824989"/>
            <a:ext cx="10006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Contains all channel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US" dirty="0"/>
              <a:t> array with dimensions (10, </a:t>
            </a:r>
            <a:r>
              <a:rPr lang="en-US" dirty="0" err="1"/>
              <a:t>y_tiles</a:t>
            </a:r>
            <a:r>
              <a:rPr lang="en-US" dirty="0"/>
              <a:t>, </a:t>
            </a:r>
            <a:r>
              <a:rPr lang="en-US" dirty="0" err="1"/>
              <a:t>x_tiles</a:t>
            </a:r>
            <a:r>
              <a:rPr lang="en-US" dirty="0"/>
              <a:t>). X and Y tile count come from Micro Magellan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Dtype</a:t>
            </a:r>
            <a:r>
              <a:rPr lang="en-US" dirty="0"/>
              <a:t> = int16</a:t>
            </a:r>
          </a:p>
        </p:txBody>
      </p:sp>
    </p:spTree>
    <p:extLst>
      <p:ext uri="{BB962C8B-B14F-4D97-AF65-F5344CB8AC3E}">
        <p14:creationId xmlns:p14="http://schemas.microsoft.com/office/powerpoint/2010/main" val="20928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DBD1-D552-A278-D009-D8104EFA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7683"/>
          </a:xfrm>
        </p:spPr>
        <p:txBody>
          <a:bodyPr/>
          <a:lstStyle/>
          <a:p>
            <a:r>
              <a:rPr lang="en-US" dirty="0"/>
              <a:t>Super Pixel Array Array Constructions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BF3D2-C6CD-7087-BA87-F5B2F684F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171915"/>
              </p:ext>
            </p:extLst>
          </p:nvPr>
        </p:nvGraphicFramePr>
        <p:xfrm>
          <a:off x="493143" y="2139352"/>
          <a:ext cx="10515600" cy="4339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4E6B01-BC13-EA58-8D20-9BAF9101568F}"/>
              </a:ext>
            </a:extLst>
          </p:cNvPr>
          <p:cNvSpPr txBox="1"/>
          <p:nvPr/>
        </p:nvSpPr>
        <p:spPr>
          <a:xfrm>
            <a:off x="382438" y="747683"/>
            <a:ext cx="11809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Array per channel.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US" dirty="0"/>
              <a:t> array with dimensions (5, </a:t>
            </a:r>
            <a:r>
              <a:rPr lang="en-US" dirty="0" err="1"/>
              <a:t>y_super_pixel_count</a:t>
            </a:r>
            <a:r>
              <a:rPr lang="en-US" dirty="0"/>
              <a:t>, </a:t>
            </a:r>
            <a:r>
              <a:rPr lang="en-US" dirty="0" err="1"/>
              <a:t>x_super_pixel_count</a:t>
            </a:r>
            <a:r>
              <a:rPr lang="en-US" dirty="0"/>
              <a:t>, 2).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y_super_pixel_count</a:t>
            </a:r>
            <a:r>
              <a:rPr lang="en-US" dirty="0"/>
              <a:t> = int(</a:t>
            </a:r>
            <a:r>
              <a:rPr lang="en-US" dirty="0" err="1"/>
              <a:t>super_pixels+per_image</a:t>
            </a:r>
            <a:r>
              <a:rPr lang="en-US" dirty="0"/>
              <a:t> * </a:t>
            </a:r>
            <a:r>
              <a:rPr lang="en-US" dirty="0" err="1"/>
              <a:t>y_tile_count</a:t>
            </a:r>
            <a:r>
              <a:rPr lang="en-US" dirty="0"/>
              <a:t> *</a:t>
            </a:r>
            <a:r>
              <a:rPr lang="en-US" dirty="0" err="1"/>
              <a:t>overlap_adjuster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Dtype</a:t>
            </a:r>
            <a:r>
              <a:rPr lang="en-US" dirty="0"/>
              <a:t> = float64</a:t>
            </a:r>
          </a:p>
        </p:txBody>
      </p:sp>
    </p:spTree>
    <p:extLst>
      <p:ext uri="{BB962C8B-B14F-4D97-AF65-F5344CB8AC3E}">
        <p14:creationId xmlns:p14="http://schemas.microsoft.com/office/powerpoint/2010/main" val="386415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E89-F8C2-0238-ED63-2733A053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8626"/>
            <a:ext cx="10515600" cy="557901"/>
          </a:xfrm>
        </p:spPr>
        <p:txBody>
          <a:bodyPr>
            <a:normAutofit fontScale="90000"/>
          </a:bodyPr>
          <a:lstStyle/>
          <a:p>
            <a:r>
              <a:rPr lang="en-US" dirty="0"/>
              <a:t>Setting Optimal Derivative Step Size (DAPI)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8109E-ABEA-FAA0-25E6-023851DD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88" y="862641"/>
            <a:ext cx="4031611" cy="303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5DD2A-C496-1F2B-E711-CB52A8BB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523" y="700718"/>
            <a:ext cx="4184127" cy="3026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B56ACC-9FFB-31A0-0519-1E455BFE5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523" y="3831184"/>
            <a:ext cx="4103017" cy="30268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446050-C160-A2D0-BF98-6655AC9F52CB}"/>
              </a:ext>
            </a:extLst>
          </p:cNvPr>
          <p:cNvSpPr txBox="1"/>
          <p:nvPr/>
        </p:nvSpPr>
        <p:spPr>
          <a:xfrm>
            <a:off x="5404628" y="2237143"/>
            <a:ext cx="1507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40 </a:t>
            </a:r>
          </a:p>
          <a:p>
            <a:r>
              <a:rPr lang="en-US" dirty="0"/>
              <a:t>median: 35 </a:t>
            </a:r>
          </a:p>
          <a:p>
            <a:r>
              <a:rPr lang="en-US" dirty="0"/>
              <a:t>std dev: 18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255C3-BC08-8DDD-3466-9133CA399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88" y="4245187"/>
            <a:ext cx="4352635" cy="25410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0CC695-A625-D077-EF8E-B28286535321}"/>
              </a:ext>
            </a:extLst>
          </p:cNvPr>
          <p:cNvSpPr txBox="1"/>
          <p:nvPr/>
        </p:nvSpPr>
        <p:spPr>
          <a:xfrm>
            <a:off x="1138687" y="757783"/>
            <a:ext cx="298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Derv Step Size Histogram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ACFB18-16CC-653F-DFFD-3E2BD624100D}"/>
              </a:ext>
            </a:extLst>
          </p:cNvPr>
          <p:cNvSpPr txBox="1"/>
          <p:nvPr/>
        </p:nvSpPr>
        <p:spPr>
          <a:xfrm>
            <a:off x="1837426" y="389369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994C6-C8C1-53DD-70CE-BAD0F55F8BE1}"/>
              </a:ext>
            </a:extLst>
          </p:cNvPr>
          <p:cNvSpPr txBox="1"/>
          <p:nvPr/>
        </p:nvSpPr>
        <p:spPr>
          <a:xfrm>
            <a:off x="8576749" y="529918"/>
            <a:ext cx="289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well depth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91FB4-4D18-D736-C096-D927FD67CC3B}"/>
              </a:ext>
            </a:extLst>
          </p:cNvPr>
          <p:cNvSpPr txBox="1"/>
          <p:nvPr/>
        </p:nvSpPr>
        <p:spPr>
          <a:xfrm>
            <a:off x="7773024" y="3594693"/>
            <a:ext cx="316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derv step size</a:t>
            </a:r>
          </a:p>
        </p:txBody>
      </p:sp>
    </p:spTree>
    <p:extLst>
      <p:ext uri="{BB962C8B-B14F-4D97-AF65-F5344CB8AC3E}">
        <p14:creationId xmlns:p14="http://schemas.microsoft.com/office/powerpoint/2010/main" val="214133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E89-F8C2-0238-ED63-2733A053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8626"/>
            <a:ext cx="10515600" cy="557901"/>
          </a:xfrm>
        </p:spPr>
        <p:txBody>
          <a:bodyPr>
            <a:noAutofit/>
          </a:bodyPr>
          <a:lstStyle/>
          <a:p>
            <a:r>
              <a:rPr lang="en-US" sz="3200" dirty="0"/>
              <a:t>Setting Optimal Derivative Step Size (DAPI) 2</a:t>
            </a:r>
            <a:r>
              <a:rPr lang="en-US" sz="3200" baseline="30000" dirty="0"/>
              <a:t>nd</a:t>
            </a:r>
            <a:r>
              <a:rPr lang="en-US" sz="3200" dirty="0"/>
              <a:t>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46050-C160-A2D0-BF98-6655AC9F52CB}"/>
              </a:ext>
            </a:extLst>
          </p:cNvPr>
          <p:cNvSpPr txBox="1"/>
          <p:nvPr/>
        </p:nvSpPr>
        <p:spPr>
          <a:xfrm>
            <a:off x="5404628" y="2237143"/>
            <a:ext cx="1507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32 </a:t>
            </a:r>
          </a:p>
          <a:p>
            <a:r>
              <a:rPr lang="en-US" dirty="0"/>
              <a:t>median: 29 </a:t>
            </a:r>
          </a:p>
          <a:p>
            <a:r>
              <a:rPr lang="en-US" dirty="0"/>
              <a:t>std dev: 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CC695-A625-D077-EF8E-B28286535321}"/>
              </a:ext>
            </a:extLst>
          </p:cNvPr>
          <p:cNvSpPr txBox="1"/>
          <p:nvPr/>
        </p:nvSpPr>
        <p:spPr>
          <a:xfrm>
            <a:off x="1138687" y="757783"/>
            <a:ext cx="298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Derv Step Size Histogram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ACFB18-16CC-653F-DFFD-3E2BD624100D}"/>
              </a:ext>
            </a:extLst>
          </p:cNvPr>
          <p:cNvSpPr txBox="1"/>
          <p:nvPr/>
        </p:nvSpPr>
        <p:spPr>
          <a:xfrm>
            <a:off x="1837426" y="389369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994C6-C8C1-53DD-70CE-BAD0F55F8BE1}"/>
              </a:ext>
            </a:extLst>
          </p:cNvPr>
          <p:cNvSpPr txBox="1"/>
          <p:nvPr/>
        </p:nvSpPr>
        <p:spPr>
          <a:xfrm>
            <a:off x="8576749" y="529918"/>
            <a:ext cx="289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well depth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91FB4-4D18-D736-C096-D927FD67CC3B}"/>
              </a:ext>
            </a:extLst>
          </p:cNvPr>
          <p:cNvSpPr txBox="1"/>
          <p:nvPr/>
        </p:nvSpPr>
        <p:spPr>
          <a:xfrm>
            <a:off x="7773024" y="3594693"/>
            <a:ext cx="316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derv step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96A28-999F-0DBF-B6AC-3B6E9E43B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08" y="1195446"/>
            <a:ext cx="3524969" cy="273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7A914-A83B-D81E-9C89-161EA30C1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890" y="933083"/>
            <a:ext cx="3854282" cy="2733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562AD4-1FE4-08DD-975E-D7DDE0F27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66" y="3994344"/>
            <a:ext cx="3804046" cy="27604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EDBB1D-97E1-CC44-FE47-604636AA7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24" y="4263031"/>
            <a:ext cx="4477210" cy="260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7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E89-F8C2-0238-ED63-2733A053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8626"/>
            <a:ext cx="10515600" cy="557901"/>
          </a:xfrm>
        </p:spPr>
        <p:txBody>
          <a:bodyPr>
            <a:normAutofit fontScale="90000"/>
          </a:bodyPr>
          <a:lstStyle/>
          <a:p>
            <a:r>
              <a:rPr lang="en-US" dirty="0"/>
              <a:t>Setting Optimal Derivative Step Size (A488 Ezrin)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46050-C160-A2D0-BF98-6655AC9F52CB}"/>
              </a:ext>
            </a:extLst>
          </p:cNvPr>
          <p:cNvSpPr txBox="1"/>
          <p:nvPr/>
        </p:nvSpPr>
        <p:spPr>
          <a:xfrm>
            <a:off x="5404628" y="2237143"/>
            <a:ext cx="1507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32 </a:t>
            </a:r>
          </a:p>
          <a:p>
            <a:r>
              <a:rPr lang="en-US" dirty="0"/>
              <a:t>median: 29 </a:t>
            </a:r>
          </a:p>
          <a:p>
            <a:r>
              <a:rPr lang="en-US" dirty="0"/>
              <a:t>std dev: 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CC695-A625-D077-EF8E-B28286535321}"/>
              </a:ext>
            </a:extLst>
          </p:cNvPr>
          <p:cNvSpPr txBox="1"/>
          <p:nvPr/>
        </p:nvSpPr>
        <p:spPr>
          <a:xfrm>
            <a:off x="1138687" y="757783"/>
            <a:ext cx="298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Derv Step Size Histogram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ACFB18-16CC-653F-DFFD-3E2BD624100D}"/>
              </a:ext>
            </a:extLst>
          </p:cNvPr>
          <p:cNvSpPr txBox="1"/>
          <p:nvPr/>
        </p:nvSpPr>
        <p:spPr>
          <a:xfrm>
            <a:off x="1837426" y="389369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994C6-C8C1-53DD-70CE-BAD0F55F8BE1}"/>
              </a:ext>
            </a:extLst>
          </p:cNvPr>
          <p:cNvSpPr txBox="1"/>
          <p:nvPr/>
        </p:nvSpPr>
        <p:spPr>
          <a:xfrm>
            <a:off x="8576749" y="529918"/>
            <a:ext cx="289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well depth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91FB4-4D18-D736-C096-D927FD67CC3B}"/>
              </a:ext>
            </a:extLst>
          </p:cNvPr>
          <p:cNvSpPr txBox="1"/>
          <p:nvPr/>
        </p:nvSpPr>
        <p:spPr>
          <a:xfrm>
            <a:off x="7773024" y="3594693"/>
            <a:ext cx="316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derv step size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A3BEF7-11B4-79EB-C49C-024CC3FB8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7" y="4258936"/>
            <a:ext cx="4381481" cy="25990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AD7A8D-4690-AB50-3D36-7F2C4EAE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25" y="1318371"/>
            <a:ext cx="3282029" cy="26361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78737A-BA87-44A3-7F04-C6DC02EA0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140" y="848167"/>
            <a:ext cx="3898272" cy="28671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ABBFF22-8441-E66F-1C50-39FB87BBD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755" y="4033575"/>
            <a:ext cx="3655041" cy="265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6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E89-F8C2-0238-ED63-2733A053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8626"/>
            <a:ext cx="10515600" cy="557901"/>
          </a:xfrm>
        </p:spPr>
        <p:txBody>
          <a:bodyPr>
            <a:noAutofit/>
          </a:bodyPr>
          <a:lstStyle/>
          <a:p>
            <a:r>
              <a:rPr lang="en-US" sz="3200" dirty="0"/>
              <a:t>Setting Optimal Derivative Step Size (A488 Ezrin) 2</a:t>
            </a:r>
            <a:r>
              <a:rPr lang="en-US" sz="3200" baseline="30000" dirty="0"/>
              <a:t>nd</a:t>
            </a:r>
            <a:r>
              <a:rPr lang="en-US" sz="3200" dirty="0"/>
              <a:t>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46050-C160-A2D0-BF98-6655AC9F52CB}"/>
              </a:ext>
            </a:extLst>
          </p:cNvPr>
          <p:cNvSpPr txBox="1"/>
          <p:nvPr/>
        </p:nvSpPr>
        <p:spPr>
          <a:xfrm>
            <a:off x="5404628" y="2237143"/>
            <a:ext cx="1507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28 </a:t>
            </a:r>
          </a:p>
          <a:p>
            <a:r>
              <a:rPr lang="en-US" dirty="0"/>
              <a:t>median: 26 </a:t>
            </a:r>
          </a:p>
          <a:p>
            <a:r>
              <a:rPr lang="en-US" dirty="0"/>
              <a:t>std dev: 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CC695-A625-D077-EF8E-B28286535321}"/>
              </a:ext>
            </a:extLst>
          </p:cNvPr>
          <p:cNvSpPr txBox="1"/>
          <p:nvPr/>
        </p:nvSpPr>
        <p:spPr>
          <a:xfrm>
            <a:off x="1138687" y="757783"/>
            <a:ext cx="298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Derv Step Size Histogram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ACFB18-16CC-653F-DFFD-3E2BD624100D}"/>
              </a:ext>
            </a:extLst>
          </p:cNvPr>
          <p:cNvSpPr txBox="1"/>
          <p:nvPr/>
        </p:nvSpPr>
        <p:spPr>
          <a:xfrm>
            <a:off x="1837426" y="389369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994C6-C8C1-53DD-70CE-BAD0F55F8BE1}"/>
              </a:ext>
            </a:extLst>
          </p:cNvPr>
          <p:cNvSpPr txBox="1"/>
          <p:nvPr/>
        </p:nvSpPr>
        <p:spPr>
          <a:xfrm>
            <a:off x="8576749" y="529918"/>
            <a:ext cx="289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well depth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91FB4-4D18-D736-C096-D927FD67CC3B}"/>
              </a:ext>
            </a:extLst>
          </p:cNvPr>
          <p:cNvSpPr txBox="1"/>
          <p:nvPr/>
        </p:nvSpPr>
        <p:spPr>
          <a:xfrm>
            <a:off x="7773024" y="3594693"/>
            <a:ext cx="3169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Pixel Image derv step size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4C583-2847-5F24-17B6-94469291F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421" y="1087819"/>
            <a:ext cx="3169329" cy="2351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0FBDBA-23E4-426F-F53A-A989FF3A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58" y="1127115"/>
            <a:ext cx="3737643" cy="27413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41446A-DF9E-5B2C-8CFA-01124E761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327" y="3927416"/>
            <a:ext cx="3755085" cy="27746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A30338-5175-8627-4453-3182F0E8C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50" y="4288264"/>
            <a:ext cx="4347979" cy="256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1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2172-5DFD-5AA7-7B8D-98D22B4CE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07"/>
            <a:ext cx="10515600" cy="394000"/>
          </a:xfrm>
        </p:spPr>
        <p:txBody>
          <a:bodyPr>
            <a:noAutofit/>
          </a:bodyPr>
          <a:lstStyle/>
          <a:p>
            <a:r>
              <a:rPr lang="en-US" sz="3200" dirty="0"/>
              <a:t>Auto Exposure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C6BB-811A-082E-3989-A0BEBA965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894"/>
            <a:ext cx="10515600" cy="570206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Start from 100ms exp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Go to XY tile position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Take image with given channel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Check if image is within bounds at the 99% percentile pixel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000" dirty="0"/>
              <a:t>If saturated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800" dirty="0"/>
              <a:t>reduce exp time by 10x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800" dirty="0"/>
              <a:t>retake image and recheck if still saturated.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800" dirty="0"/>
              <a:t>Repeat 1-2 until not saturated anymore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800" dirty="0"/>
              <a:t>Scale exp to give 10% dynamic range intensity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000" dirty="0"/>
              <a:t>If too low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US" sz="800" dirty="0"/>
              <a:t>Scale exp to give 10% dynamic range intensity or 1000ms, which ever one that is lower exposure time</a:t>
            </a:r>
          </a:p>
          <a:p>
            <a:pPr marL="1257300" lvl="2" indent="-342900">
              <a:buFont typeface="+mj-lt"/>
              <a:buAutoNum type="arabicPeriod"/>
            </a:pPr>
            <a:endParaRPr lang="en-US" sz="1000" dirty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not saturated add to </a:t>
            </a:r>
            <a:r>
              <a:rPr lang="en-US" sz="1400" dirty="0" err="1"/>
              <a:t>exp_calc_array</a:t>
            </a:r>
            <a:r>
              <a:rPr lang="en-US" sz="1400" dirty="0"/>
              <a:t> and move to next z point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Repeat steps 1-4 until all 3 z points are acquired w/ same exp time. Must retake images if needed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Repeat steps 1-5 until all 4 channels are 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Repeat for all XY position with starting exp time being rolled over from previous XY 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Solve quadratic equation for all three intensity points via gauss Jordan reduction method to solve for all coefficients.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intensity that is predicted via derivative of quad equation set to zero and subbed back in.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Cycle through all results as a function of XY position to find the highest predicted intensity after being scaled by exp time.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Take desired intensity/highest intensity to make a scale factor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Take acquired exp time and multiply by new scale factor.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new exp time &gt; 2000ms, make = 2000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If less than 2000ms, don’t alter new exp time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9170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DBD1-D552-A278-D009-D8104EFA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6288"/>
            <a:ext cx="10515600" cy="747683"/>
          </a:xfrm>
        </p:spPr>
        <p:txBody>
          <a:bodyPr>
            <a:normAutofit/>
          </a:bodyPr>
          <a:lstStyle/>
          <a:p>
            <a:r>
              <a:rPr lang="en-US" sz="3200" dirty="0"/>
              <a:t>Auto Expose Array Construction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BF3D2-C6CD-7087-BA87-F5B2F684F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609108"/>
              </p:ext>
            </p:extLst>
          </p:nvPr>
        </p:nvGraphicFramePr>
        <p:xfrm>
          <a:off x="54636" y="1780342"/>
          <a:ext cx="2993366" cy="380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4E6B01-BC13-EA58-8D20-9BAF9101568F}"/>
              </a:ext>
            </a:extLst>
          </p:cNvPr>
          <p:cNvSpPr txBox="1"/>
          <p:nvPr/>
        </p:nvSpPr>
        <p:spPr>
          <a:xfrm>
            <a:off x="300487" y="511632"/>
            <a:ext cx="11809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Array per channel, delineated by index and not file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US" dirty="0"/>
              <a:t> array with dimensions (4 (channels), </a:t>
            </a:r>
            <a:r>
              <a:rPr lang="en-US" dirty="0" err="1"/>
              <a:t>y_tiles</a:t>
            </a:r>
            <a:r>
              <a:rPr lang="en-US" dirty="0"/>
              <a:t>, </a:t>
            </a:r>
            <a:r>
              <a:rPr lang="en-US" dirty="0" err="1"/>
              <a:t>x_tiles</a:t>
            </a:r>
            <a:r>
              <a:rPr lang="en-US" dirty="0"/>
              <a:t>, 4, 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Dtype</a:t>
            </a:r>
            <a:r>
              <a:rPr lang="en-US" dirty="0"/>
              <a:t> = Int16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D1C2DA3-4798-149B-099D-AAA42ABD79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994776"/>
              </p:ext>
            </p:extLst>
          </p:nvPr>
        </p:nvGraphicFramePr>
        <p:xfrm>
          <a:off x="3102635" y="1817301"/>
          <a:ext cx="2993366" cy="380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D35BF17-2408-6916-6303-6130C7703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7538893"/>
              </p:ext>
            </p:extLst>
          </p:nvPr>
        </p:nvGraphicFramePr>
        <p:xfrm>
          <a:off x="6205268" y="1817301"/>
          <a:ext cx="2993366" cy="380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6A21CF0A-1A98-416C-658E-729D43C87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9472214"/>
              </p:ext>
            </p:extLst>
          </p:nvPr>
        </p:nvGraphicFramePr>
        <p:xfrm>
          <a:off x="9198634" y="1780342"/>
          <a:ext cx="2993366" cy="380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8652756-8C5E-EED1-E5F6-FB3CD9BFD6E5}"/>
              </a:ext>
            </a:extLst>
          </p:cNvPr>
          <p:cNvSpPr txBox="1"/>
          <p:nvPr/>
        </p:nvSpPr>
        <p:spPr>
          <a:xfrm>
            <a:off x="563593" y="5805578"/>
            <a:ext cx="1532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DAPI = index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3AF22-678C-2921-3F3F-92E5E154099B}"/>
              </a:ext>
            </a:extLst>
          </p:cNvPr>
          <p:cNvSpPr txBox="1"/>
          <p:nvPr/>
        </p:nvSpPr>
        <p:spPr>
          <a:xfrm>
            <a:off x="3994031" y="5858245"/>
            <a:ext cx="156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A488 = index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40A7C-7869-C595-D67E-0F14EBF3B605}"/>
              </a:ext>
            </a:extLst>
          </p:cNvPr>
          <p:cNvSpPr txBox="1"/>
          <p:nvPr/>
        </p:nvSpPr>
        <p:spPr>
          <a:xfrm>
            <a:off x="7424469" y="5858245"/>
            <a:ext cx="156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A555 = index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10262-021F-A9CC-DF21-E9F9EABB1E3E}"/>
              </a:ext>
            </a:extLst>
          </p:cNvPr>
          <p:cNvSpPr txBox="1"/>
          <p:nvPr/>
        </p:nvSpPr>
        <p:spPr>
          <a:xfrm>
            <a:off x="9929145" y="5805578"/>
            <a:ext cx="156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A647 = index 3</a:t>
            </a:r>
          </a:p>
        </p:txBody>
      </p:sp>
    </p:spTree>
    <p:extLst>
      <p:ext uri="{BB962C8B-B14F-4D97-AF65-F5344CB8AC3E}">
        <p14:creationId xmlns:p14="http://schemas.microsoft.com/office/powerpoint/2010/main" val="45354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0F0E-10B9-2188-5F34-8D11EC01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EC0D-53C2-9E59-704C-735A210AE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7211"/>
            <a:ext cx="10515600" cy="729752"/>
          </a:xfrm>
        </p:spPr>
        <p:txBody>
          <a:bodyPr/>
          <a:lstStyle/>
          <a:p>
            <a:r>
              <a:rPr lang="en-US" dirty="0"/>
              <a:t>5.6 seconds for all processing with 12 tiles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7F6DD-E77F-FE19-CB08-C7B31D98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932" y="130851"/>
            <a:ext cx="6125430" cy="4610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35EA9-ADBB-E566-217E-CBB4C005A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23" y="230188"/>
            <a:ext cx="5744377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8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64EB-8B78-A2AB-EDA6-5C75B9C3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8146E-745D-AA38-F760-3DBABE444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New auto focus will utilize the 3 images from autofocus and project out what the approximate ideal exposure would be. </a:t>
            </a:r>
          </a:p>
        </p:txBody>
      </p:sp>
    </p:spTree>
    <p:extLst>
      <p:ext uri="{BB962C8B-B14F-4D97-AF65-F5344CB8AC3E}">
        <p14:creationId xmlns:p14="http://schemas.microsoft.com/office/powerpoint/2010/main" val="2359189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889C-6465-A9C2-B84F-23F386FF4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64" y="212485"/>
            <a:ext cx="5257800" cy="2064889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Plot highest int value of the bottom 99% pixels vs slice in image array</a:t>
            </a:r>
          </a:p>
          <a:p>
            <a:r>
              <a:rPr lang="en-US" sz="2400" dirty="0"/>
              <a:t>Also plot 1/highest pixel</a:t>
            </a:r>
          </a:p>
          <a:p>
            <a:r>
              <a:rPr lang="en-US" sz="2400" dirty="0"/>
              <a:t>Plot z slices 7-22 and fit reciprocal to quadratic equation</a:t>
            </a:r>
          </a:p>
          <a:p>
            <a:r>
              <a:rPr lang="en-US" sz="2400" dirty="0"/>
              <a:t>Fits very well!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830A9-975E-AD27-323A-E0A64D2E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773" y="0"/>
            <a:ext cx="4094155" cy="3067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DD040-DF48-E692-1486-1565D7707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62" y="3091656"/>
            <a:ext cx="4783038" cy="3509632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C79F243-0B64-7A6D-27B4-8AC6439051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580720"/>
              </p:ext>
            </p:extLst>
          </p:nvPr>
        </p:nvGraphicFramePr>
        <p:xfrm>
          <a:off x="548225" y="3267703"/>
          <a:ext cx="4867275" cy="3157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5632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DFEE-E0DE-D050-B2F1-6EDC9FF0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64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Intertwining Auto Focus and Auto exposure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FF12F-9BCB-8FA2-1812-C0D0ABE6D2E6}"/>
                  </a:ext>
                </a:extLst>
              </p:cNvPr>
              <p:cNvSpPr txBox="1"/>
              <p:nvPr/>
            </p:nvSpPr>
            <p:spPr>
              <a:xfrm>
                <a:off x="2160916" y="1470804"/>
                <a:ext cx="8354683" cy="19385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Find derivative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𝑧𝑒𝑟𝑜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𝑠𝑢𝑏𝑏𝑎𝑐𝑘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𝑚𝑖𝑛𝑖𝑚𝑢𝑚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/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FF12F-9BCB-8FA2-1812-C0D0ABE6D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916" y="1470804"/>
                <a:ext cx="8354683" cy="1938544"/>
              </a:xfrm>
              <a:prstGeom prst="rect">
                <a:avLst/>
              </a:prstGeom>
              <a:blipFill>
                <a:blip r:embed="rId2"/>
                <a:stretch>
                  <a:fillRect l="-1678" t="-4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01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8342</TotalTime>
  <Words>1339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Auto Focus Network</vt:lpstr>
      <vt:lpstr>High Level Block Diagram</vt:lpstr>
      <vt:lpstr>Needed Methods</vt:lpstr>
      <vt:lpstr>FM Array Constructions</vt:lpstr>
      <vt:lpstr>Super Pixel Array Array Constructions</vt:lpstr>
      <vt:lpstr>Setting Optimal Derivative Step Size (DAPI)</vt:lpstr>
      <vt:lpstr>Setting Optimal Derivative Step Size (DAPI) 2nd image</vt:lpstr>
      <vt:lpstr>Setting Optimal Derivative Step Size (A488 Ezrin)</vt:lpstr>
      <vt:lpstr>Setting Optimal Derivative Step Size (A488 Ezrin) 2nd image</vt:lpstr>
      <vt:lpstr>Auto Exposure Algorithm</vt:lpstr>
      <vt:lpstr>Auto Expose Array Construction</vt:lpstr>
      <vt:lpstr>PowerPoint Presentation</vt:lpstr>
      <vt:lpstr>Autofocus</vt:lpstr>
      <vt:lpstr>PowerPoint Presentation</vt:lpstr>
      <vt:lpstr>Intertwining Auto Focus and Auto exposure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Focus Network</dc:title>
  <dc:creator>michael anderson</dc:creator>
  <cp:lastModifiedBy>Anderson, Michael</cp:lastModifiedBy>
  <cp:revision>21</cp:revision>
  <dcterms:created xsi:type="dcterms:W3CDTF">2023-07-19T18:30:26Z</dcterms:created>
  <dcterms:modified xsi:type="dcterms:W3CDTF">2025-10-21T18:41:51Z</dcterms:modified>
</cp:coreProperties>
</file>